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58" r:id="rId4"/>
    <p:sldId id="279" r:id="rId5"/>
    <p:sldId id="260" r:id="rId6"/>
    <p:sldId id="261" r:id="rId7"/>
    <p:sldId id="262" r:id="rId8"/>
    <p:sldId id="263" r:id="rId9"/>
    <p:sldId id="264" r:id="rId10"/>
    <p:sldId id="271" r:id="rId11"/>
    <p:sldId id="272" r:id="rId12"/>
    <p:sldId id="278" r:id="rId13"/>
    <p:sldId id="273" r:id="rId14"/>
    <p:sldId id="274" r:id="rId15"/>
    <p:sldId id="275" r:id="rId16"/>
    <p:sldId id="276" r:id="rId17"/>
    <p:sldId id="277" r:id="rId18"/>
    <p:sldId id="267" r:id="rId19"/>
    <p:sldId id="280" r:id="rId20"/>
    <p:sldId id="268" r:id="rId21"/>
    <p:sldId id="28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ynat sayyed" userId="79f3771926f7d687" providerId="LiveId" clId="{19A8A16B-B2EE-4624-A66F-DB03F6781033}"/>
    <pc:docChg chg="undo custSel addSld delSld modSld modMainMaster">
      <pc:chgData name="kaynat sayyed" userId="79f3771926f7d687" providerId="LiveId" clId="{19A8A16B-B2EE-4624-A66F-DB03F6781033}" dt="2025-10-18T13:17:43.226" v="609" actId="20577"/>
      <pc:docMkLst>
        <pc:docMk/>
      </pc:docMkLst>
      <pc:sldChg chg="modSp mod">
        <pc:chgData name="kaynat sayyed" userId="79f3771926f7d687" providerId="LiveId" clId="{19A8A16B-B2EE-4624-A66F-DB03F6781033}" dt="2025-10-17T13:58:24.702" v="159" actId="113"/>
        <pc:sldMkLst>
          <pc:docMk/>
          <pc:sldMk cId="3475504324" sldId="256"/>
        </pc:sldMkLst>
        <pc:spChg chg="mod">
          <ac:chgData name="kaynat sayyed" userId="79f3771926f7d687" providerId="LiveId" clId="{19A8A16B-B2EE-4624-A66F-DB03F6781033}" dt="2025-10-17T13:58:21.506" v="158" actId="113"/>
          <ac:spMkLst>
            <pc:docMk/>
            <pc:sldMk cId="3475504324" sldId="256"/>
            <ac:spMk id="2" creationId="{D494DDDA-31C4-9924-9C00-8D9BAC05BC5E}"/>
          </ac:spMkLst>
        </pc:spChg>
        <pc:spChg chg="mod">
          <ac:chgData name="kaynat sayyed" userId="79f3771926f7d687" providerId="LiveId" clId="{19A8A16B-B2EE-4624-A66F-DB03F6781033}" dt="2025-10-17T13:58:24.702" v="159" actId="113"/>
          <ac:spMkLst>
            <pc:docMk/>
            <pc:sldMk cId="3475504324" sldId="256"/>
            <ac:spMk id="3" creationId="{8ABE71E3-3FC9-F1D0-3719-649783EDE678}"/>
          </ac:spMkLst>
        </pc:spChg>
      </pc:sldChg>
      <pc:sldChg chg="modSp mod">
        <pc:chgData name="kaynat sayyed" userId="79f3771926f7d687" providerId="LiveId" clId="{19A8A16B-B2EE-4624-A66F-DB03F6781033}" dt="2025-10-17T14:13:01.711" v="372" actId="122"/>
        <pc:sldMkLst>
          <pc:docMk/>
          <pc:sldMk cId="3400611957" sldId="257"/>
        </pc:sldMkLst>
        <pc:spChg chg="mod">
          <ac:chgData name="kaynat sayyed" userId="79f3771926f7d687" providerId="LiveId" clId="{19A8A16B-B2EE-4624-A66F-DB03F6781033}" dt="2025-10-17T14:13:01.711" v="372" actId="122"/>
          <ac:spMkLst>
            <pc:docMk/>
            <pc:sldMk cId="3400611957" sldId="257"/>
            <ac:spMk id="2" creationId="{C0814D5A-3DDD-1951-DEAA-30390F7C66C7}"/>
          </ac:spMkLst>
        </pc:spChg>
      </pc:sldChg>
      <pc:sldChg chg="modSp mod">
        <pc:chgData name="kaynat sayyed" userId="79f3771926f7d687" providerId="LiveId" clId="{19A8A16B-B2EE-4624-A66F-DB03F6781033}" dt="2025-10-17T16:13:10.195" v="504" actId="15"/>
        <pc:sldMkLst>
          <pc:docMk/>
          <pc:sldMk cId="3368051152" sldId="258"/>
        </pc:sldMkLst>
        <pc:spChg chg="mod">
          <ac:chgData name="kaynat sayyed" userId="79f3771926f7d687" providerId="LiveId" clId="{19A8A16B-B2EE-4624-A66F-DB03F6781033}" dt="2025-10-17T14:13:04.350" v="373" actId="122"/>
          <ac:spMkLst>
            <pc:docMk/>
            <pc:sldMk cId="3368051152" sldId="258"/>
            <ac:spMk id="2" creationId="{CC8B039A-69D6-057F-CECA-AC93C648DC1B}"/>
          </ac:spMkLst>
        </pc:spChg>
        <pc:spChg chg="mod">
          <ac:chgData name="kaynat sayyed" userId="79f3771926f7d687" providerId="LiveId" clId="{19A8A16B-B2EE-4624-A66F-DB03F6781033}" dt="2025-10-17T16:13:10.195" v="504" actId="15"/>
          <ac:spMkLst>
            <pc:docMk/>
            <pc:sldMk cId="3368051152" sldId="258"/>
            <ac:spMk id="4" creationId="{A9ED7EF2-D4DC-8E1D-A6D0-7B0AB60BBA94}"/>
          </ac:spMkLst>
        </pc:spChg>
      </pc:sldChg>
      <pc:sldChg chg="modSp mod">
        <pc:chgData name="kaynat sayyed" userId="79f3771926f7d687" providerId="LiveId" clId="{19A8A16B-B2EE-4624-A66F-DB03F6781033}" dt="2025-10-17T14:13:06.840" v="374" actId="122"/>
        <pc:sldMkLst>
          <pc:docMk/>
          <pc:sldMk cId="3861320175" sldId="260"/>
        </pc:sldMkLst>
        <pc:spChg chg="mod">
          <ac:chgData name="kaynat sayyed" userId="79f3771926f7d687" providerId="LiveId" clId="{19A8A16B-B2EE-4624-A66F-DB03F6781033}" dt="2025-10-17T14:13:06.840" v="374" actId="122"/>
          <ac:spMkLst>
            <pc:docMk/>
            <pc:sldMk cId="3861320175" sldId="260"/>
            <ac:spMk id="2" creationId="{F7DAA6A4-1C82-95C8-4A93-2F6A1DFCAEC0}"/>
          </ac:spMkLst>
        </pc:spChg>
      </pc:sldChg>
      <pc:sldChg chg="modSp mod">
        <pc:chgData name="kaynat sayyed" userId="79f3771926f7d687" providerId="LiveId" clId="{19A8A16B-B2EE-4624-A66F-DB03F6781033}" dt="2025-10-17T14:13:09.515" v="375" actId="122"/>
        <pc:sldMkLst>
          <pc:docMk/>
          <pc:sldMk cId="2267626102" sldId="261"/>
        </pc:sldMkLst>
        <pc:spChg chg="mod">
          <ac:chgData name="kaynat sayyed" userId="79f3771926f7d687" providerId="LiveId" clId="{19A8A16B-B2EE-4624-A66F-DB03F6781033}" dt="2025-10-17T14:13:09.515" v="375" actId="122"/>
          <ac:spMkLst>
            <pc:docMk/>
            <pc:sldMk cId="2267626102" sldId="261"/>
            <ac:spMk id="2" creationId="{5AE91C19-1862-8668-3D7C-C3C5F02BE66D}"/>
          </ac:spMkLst>
        </pc:spChg>
      </pc:sldChg>
      <pc:sldChg chg="modSp mod">
        <pc:chgData name="kaynat sayyed" userId="79f3771926f7d687" providerId="LiveId" clId="{19A8A16B-B2EE-4624-A66F-DB03F6781033}" dt="2025-10-17T14:13:14.680" v="376" actId="122"/>
        <pc:sldMkLst>
          <pc:docMk/>
          <pc:sldMk cId="310952963" sldId="262"/>
        </pc:sldMkLst>
        <pc:spChg chg="mod">
          <ac:chgData name="kaynat sayyed" userId="79f3771926f7d687" providerId="LiveId" clId="{19A8A16B-B2EE-4624-A66F-DB03F6781033}" dt="2025-10-17T14:13:14.680" v="376" actId="122"/>
          <ac:spMkLst>
            <pc:docMk/>
            <pc:sldMk cId="310952963" sldId="262"/>
            <ac:spMk id="2" creationId="{08B6B204-2DF1-5E47-0138-62C889CB57A6}"/>
          </ac:spMkLst>
        </pc:spChg>
      </pc:sldChg>
      <pc:sldChg chg="modSp mod">
        <pc:chgData name="kaynat sayyed" userId="79f3771926f7d687" providerId="LiveId" clId="{19A8A16B-B2EE-4624-A66F-DB03F6781033}" dt="2025-10-17T14:13:20.120" v="378" actId="113"/>
        <pc:sldMkLst>
          <pc:docMk/>
          <pc:sldMk cId="1022466190" sldId="263"/>
        </pc:sldMkLst>
        <pc:spChg chg="mod">
          <ac:chgData name="kaynat sayyed" userId="79f3771926f7d687" providerId="LiveId" clId="{19A8A16B-B2EE-4624-A66F-DB03F6781033}" dt="2025-10-17T14:13:20.120" v="378" actId="113"/>
          <ac:spMkLst>
            <pc:docMk/>
            <pc:sldMk cId="1022466190" sldId="263"/>
            <ac:spMk id="2" creationId="{DD589C2E-7546-9B83-BE9E-2AB6413770D2}"/>
          </ac:spMkLst>
        </pc:spChg>
      </pc:sldChg>
      <pc:sldChg chg="modSp mod">
        <pc:chgData name="kaynat sayyed" userId="79f3771926f7d687" providerId="LiveId" clId="{19A8A16B-B2EE-4624-A66F-DB03F6781033}" dt="2025-10-18T12:55:43.635" v="608" actId="20577"/>
        <pc:sldMkLst>
          <pc:docMk/>
          <pc:sldMk cId="2958931108" sldId="264"/>
        </pc:sldMkLst>
        <pc:spChg chg="mod">
          <ac:chgData name="kaynat sayyed" userId="79f3771926f7d687" providerId="LiveId" clId="{19A8A16B-B2EE-4624-A66F-DB03F6781033}" dt="2025-10-17T14:13:28.505" v="380" actId="122"/>
          <ac:spMkLst>
            <pc:docMk/>
            <pc:sldMk cId="2958931108" sldId="264"/>
            <ac:spMk id="2" creationId="{59224EE6-9448-EFA6-F530-68348D36F7C7}"/>
          </ac:spMkLst>
        </pc:spChg>
        <pc:spChg chg="mod">
          <ac:chgData name="kaynat sayyed" userId="79f3771926f7d687" providerId="LiveId" clId="{19A8A16B-B2EE-4624-A66F-DB03F6781033}" dt="2025-10-18T12:55:43.635" v="608" actId="20577"/>
          <ac:spMkLst>
            <pc:docMk/>
            <pc:sldMk cId="2958931108" sldId="264"/>
            <ac:spMk id="3" creationId="{B9051BA9-68C9-4EBC-4D88-B9641AF19F81}"/>
          </ac:spMkLst>
        </pc:spChg>
        <pc:picChg chg="mod">
          <ac:chgData name="kaynat sayyed" userId="79f3771926f7d687" providerId="LiveId" clId="{19A8A16B-B2EE-4624-A66F-DB03F6781033}" dt="2025-10-17T14:02:05.011" v="246" actId="1076"/>
          <ac:picMkLst>
            <pc:docMk/>
            <pc:sldMk cId="2958931108" sldId="264"/>
            <ac:picMk id="5" creationId="{213F239D-B3FB-3E74-B15F-FD28BF9D6E3C}"/>
          </ac:picMkLst>
        </pc:picChg>
      </pc:sldChg>
      <pc:sldChg chg="delSp modSp del mod">
        <pc:chgData name="kaynat sayyed" userId="79f3771926f7d687" providerId="LiveId" clId="{19A8A16B-B2EE-4624-A66F-DB03F6781033}" dt="2025-10-17T14:07:11.487" v="305" actId="2696"/>
        <pc:sldMkLst>
          <pc:docMk/>
          <pc:sldMk cId="2639889440" sldId="265"/>
        </pc:sldMkLst>
        <pc:spChg chg="mod">
          <ac:chgData name="kaynat sayyed" userId="79f3771926f7d687" providerId="LiveId" clId="{19A8A16B-B2EE-4624-A66F-DB03F6781033}" dt="2025-10-17T14:05:40.447" v="273" actId="21"/>
          <ac:spMkLst>
            <pc:docMk/>
            <pc:sldMk cId="2639889440" sldId="265"/>
            <ac:spMk id="2" creationId="{B955474B-D89C-8F22-A44B-AA246F8712CD}"/>
          </ac:spMkLst>
        </pc:spChg>
        <pc:graphicFrameChg chg="modGraphic">
          <ac:chgData name="kaynat sayyed" userId="79f3771926f7d687" providerId="LiveId" clId="{19A8A16B-B2EE-4624-A66F-DB03F6781033}" dt="2025-10-17T14:05:47.894" v="275" actId="14734"/>
          <ac:graphicFrameMkLst>
            <pc:docMk/>
            <pc:sldMk cId="2639889440" sldId="265"/>
            <ac:graphicFrameMk id="4" creationId="{563CFFA7-C336-186C-7724-4B6A957000F6}"/>
          </ac:graphicFrameMkLst>
        </pc:graphicFrameChg>
        <pc:picChg chg="del mod">
          <ac:chgData name="kaynat sayyed" userId="79f3771926f7d687" providerId="LiveId" clId="{19A8A16B-B2EE-4624-A66F-DB03F6781033}" dt="2025-10-17T14:06:38.263" v="297" actId="21"/>
          <ac:picMkLst>
            <pc:docMk/>
            <pc:sldMk cId="2639889440" sldId="265"/>
            <ac:picMk id="6" creationId="{AC7C8E4E-CD42-73BB-C034-9E44FD6ABAA9}"/>
          </ac:picMkLst>
        </pc:picChg>
      </pc:sldChg>
      <pc:sldChg chg="addSp delSp modSp del mod">
        <pc:chgData name="kaynat sayyed" userId="79f3771926f7d687" providerId="LiveId" clId="{19A8A16B-B2EE-4624-A66F-DB03F6781033}" dt="2025-10-17T13:50:24.923" v="64" actId="2696"/>
        <pc:sldMkLst>
          <pc:docMk/>
          <pc:sldMk cId="319899925" sldId="266"/>
        </pc:sldMkLst>
        <pc:spChg chg="mod">
          <ac:chgData name="kaynat sayyed" userId="79f3771926f7d687" providerId="LiveId" clId="{19A8A16B-B2EE-4624-A66F-DB03F6781033}" dt="2025-10-17T13:48:39.290" v="47" actId="21"/>
          <ac:spMkLst>
            <pc:docMk/>
            <pc:sldMk cId="319899925" sldId="266"/>
            <ac:spMk id="2" creationId="{94C1F51B-3DC0-7087-DDA0-AAEAC8E1B65A}"/>
          </ac:spMkLst>
        </pc:spChg>
        <pc:spChg chg="add del">
          <ac:chgData name="kaynat sayyed" userId="79f3771926f7d687" providerId="LiveId" clId="{19A8A16B-B2EE-4624-A66F-DB03F6781033}" dt="2025-10-17T13:44:57.447" v="3" actId="22"/>
          <ac:spMkLst>
            <pc:docMk/>
            <pc:sldMk cId="319899925" sldId="266"/>
            <ac:spMk id="5" creationId="{673AD18B-A2B9-34F7-FB75-39F17F34C095}"/>
          </ac:spMkLst>
        </pc:spChg>
        <pc:spChg chg="add del mod">
          <ac:chgData name="kaynat sayyed" userId="79f3771926f7d687" providerId="LiveId" clId="{19A8A16B-B2EE-4624-A66F-DB03F6781033}" dt="2025-10-17T13:48:22.040" v="45"/>
          <ac:spMkLst>
            <pc:docMk/>
            <pc:sldMk cId="319899925" sldId="266"/>
            <ac:spMk id="8" creationId="{9EECA196-6AC6-581D-0CA4-9E45082AAF9D}"/>
          </ac:spMkLst>
        </pc:spChg>
        <pc:graphicFrameChg chg="mod modGraphic">
          <ac:chgData name="kaynat sayyed" userId="79f3771926f7d687" providerId="LiveId" clId="{19A8A16B-B2EE-4624-A66F-DB03F6781033}" dt="2025-10-17T13:48:21.156" v="43" actId="21"/>
          <ac:graphicFrameMkLst>
            <pc:docMk/>
            <pc:sldMk cId="319899925" sldId="266"/>
            <ac:graphicFrameMk id="4" creationId="{4E554513-6375-2941-C18E-D1DBB375D428}"/>
          </ac:graphicFrameMkLst>
        </pc:graphicFrameChg>
        <pc:picChg chg="add del mod modCrop">
          <ac:chgData name="kaynat sayyed" userId="79f3771926f7d687" providerId="LiveId" clId="{19A8A16B-B2EE-4624-A66F-DB03F6781033}" dt="2025-10-17T13:49:46.336" v="53" actId="21"/>
          <ac:picMkLst>
            <pc:docMk/>
            <pc:sldMk cId="319899925" sldId="266"/>
            <ac:picMk id="7" creationId="{CCFBB565-8ADD-6214-0A4A-C0EA8C58A64B}"/>
          </ac:picMkLst>
        </pc:picChg>
      </pc:sldChg>
      <pc:sldChg chg="modSp mod">
        <pc:chgData name="kaynat sayyed" userId="79f3771926f7d687" providerId="LiveId" clId="{19A8A16B-B2EE-4624-A66F-DB03F6781033}" dt="2025-10-18T13:17:43.226" v="609" actId="20577"/>
        <pc:sldMkLst>
          <pc:docMk/>
          <pc:sldMk cId="2143409102" sldId="267"/>
        </pc:sldMkLst>
        <pc:spChg chg="mod">
          <ac:chgData name="kaynat sayyed" userId="79f3771926f7d687" providerId="LiveId" clId="{19A8A16B-B2EE-4624-A66F-DB03F6781033}" dt="2025-10-17T14:03:47.320" v="265" actId="113"/>
          <ac:spMkLst>
            <pc:docMk/>
            <pc:sldMk cId="2143409102" sldId="267"/>
            <ac:spMk id="2" creationId="{57B5F308-40A0-AA28-7615-55C878D8A691}"/>
          </ac:spMkLst>
        </pc:spChg>
        <pc:spChg chg="mod">
          <ac:chgData name="kaynat sayyed" userId="79f3771926f7d687" providerId="LiveId" clId="{19A8A16B-B2EE-4624-A66F-DB03F6781033}" dt="2025-10-18T13:17:43.226" v="609" actId="20577"/>
          <ac:spMkLst>
            <pc:docMk/>
            <pc:sldMk cId="2143409102" sldId="267"/>
            <ac:spMk id="4" creationId="{C07DB454-952F-32D1-A7F0-BDFFE8ACC264}"/>
          </ac:spMkLst>
        </pc:spChg>
      </pc:sldChg>
      <pc:sldChg chg="modSp mod">
        <pc:chgData name="kaynat sayyed" userId="79f3771926f7d687" providerId="LiveId" clId="{19A8A16B-B2EE-4624-A66F-DB03F6781033}" dt="2025-10-17T14:03:34.330" v="263" actId="113"/>
        <pc:sldMkLst>
          <pc:docMk/>
          <pc:sldMk cId="1056346349" sldId="268"/>
        </pc:sldMkLst>
        <pc:spChg chg="mod">
          <ac:chgData name="kaynat sayyed" userId="79f3771926f7d687" providerId="LiveId" clId="{19A8A16B-B2EE-4624-A66F-DB03F6781033}" dt="2025-10-17T14:03:34.330" v="263" actId="113"/>
          <ac:spMkLst>
            <pc:docMk/>
            <pc:sldMk cId="1056346349" sldId="268"/>
            <ac:spMk id="2" creationId="{CC06B7EA-15A4-687C-5FAC-6B68733FBC6A}"/>
          </ac:spMkLst>
        </pc:spChg>
      </pc:sldChg>
      <pc:sldChg chg="modSp mod">
        <pc:chgData name="kaynat sayyed" userId="79f3771926f7d687" providerId="LiveId" clId="{19A8A16B-B2EE-4624-A66F-DB03F6781033}" dt="2025-10-17T14:13:34.923" v="382" actId="113"/>
        <pc:sldMkLst>
          <pc:docMk/>
          <pc:sldMk cId="2893568568" sldId="271"/>
        </pc:sldMkLst>
        <pc:spChg chg="mod">
          <ac:chgData name="kaynat sayyed" userId="79f3771926f7d687" providerId="LiveId" clId="{19A8A16B-B2EE-4624-A66F-DB03F6781033}" dt="2025-10-17T14:13:34.923" v="382" actId="113"/>
          <ac:spMkLst>
            <pc:docMk/>
            <pc:sldMk cId="2893568568" sldId="271"/>
            <ac:spMk id="2" creationId="{53DC2D3E-FCF7-47FF-5EB2-F384651FDEB3}"/>
          </ac:spMkLst>
        </pc:spChg>
        <pc:picChg chg="mod">
          <ac:chgData name="kaynat sayyed" userId="79f3771926f7d687" providerId="LiveId" clId="{19A8A16B-B2EE-4624-A66F-DB03F6781033}" dt="2025-10-17T14:02:31.938" v="248" actId="1076"/>
          <ac:picMkLst>
            <pc:docMk/>
            <pc:sldMk cId="2893568568" sldId="271"/>
            <ac:picMk id="6" creationId="{EA575E38-6994-8509-7AEF-B6279C1CF7EC}"/>
          </ac:picMkLst>
        </pc:picChg>
      </pc:sldChg>
      <pc:sldChg chg="modSp mod">
        <pc:chgData name="kaynat sayyed" userId="79f3771926f7d687" providerId="LiveId" clId="{19A8A16B-B2EE-4624-A66F-DB03F6781033}" dt="2025-10-17T14:13:47.169" v="384" actId="122"/>
        <pc:sldMkLst>
          <pc:docMk/>
          <pc:sldMk cId="201616120" sldId="272"/>
        </pc:sldMkLst>
        <pc:spChg chg="mod">
          <ac:chgData name="kaynat sayyed" userId="79f3771926f7d687" providerId="LiveId" clId="{19A8A16B-B2EE-4624-A66F-DB03F6781033}" dt="2025-10-17T14:13:47.169" v="384" actId="122"/>
          <ac:spMkLst>
            <pc:docMk/>
            <pc:sldMk cId="201616120" sldId="272"/>
            <ac:spMk id="2" creationId="{6177D611-0FAD-04A8-1219-406D8A2E6BC7}"/>
          </ac:spMkLst>
        </pc:spChg>
        <pc:picChg chg="mod">
          <ac:chgData name="kaynat sayyed" userId="79f3771926f7d687" providerId="LiveId" clId="{19A8A16B-B2EE-4624-A66F-DB03F6781033}" dt="2025-10-17T14:02:39.751" v="249" actId="208"/>
          <ac:picMkLst>
            <pc:docMk/>
            <pc:sldMk cId="201616120" sldId="272"/>
            <ac:picMk id="5" creationId="{D50EC0D6-FF8E-45FA-8E82-C234E771C2C2}"/>
          </ac:picMkLst>
        </pc:picChg>
      </pc:sldChg>
      <pc:sldChg chg="addSp delSp modSp new mod">
        <pc:chgData name="kaynat sayyed" userId="79f3771926f7d687" providerId="LiveId" clId="{19A8A16B-B2EE-4624-A66F-DB03F6781033}" dt="2025-10-17T14:23:29.309" v="459" actId="20577"/>
        <pc:sldMkLst>
          <pc:docMk/>
          <pc:sldMk cId="2664331489" sldId="273"/>
        </pc:sldMkLst>
        <pc:spChg chg="mod">
          <ac:chgData name="kaynat sayyed" userId="79f3771926f7d687" providerId="LiveId" clId="{19A8A16B-B2EE-4624-A66F-DB03F6781033}" dt="2025-10-17T14:19:04.106" v="395" actId="1076"/>
          <ac:spMkLst>
            <pc:docMk/>
            <pc:sldMk cId="2664331489" sldId="273"/>
            <ac:spMk id="2" creationId="{5DD7C3D4-B325-4EE2-6CEB-A5540768CDF0}"/>
          </ac:spMkLst>
        </pc:spChg>
        <pc:spChg chg="add mod">
          <ac:chgData name="kaynat sayyed" userId="79f3771926f7d687" providerId="LiveId" clId="{19A8A16B-B2EE-4624-A66F-DB03F6781033}" dt="2025-10-17T14:19:13.280" v="397" actId="767"/>
          <ac:spMkLst>
            <pc:docMk/>
            <pc:sldMk cId="2664331489" sldId="273"/>
            <ac:spMk id="3" creationId="{0108B4E2-90C1-E0C8-135E-A06895BADDBA}"/>
          </ac:spMkLst>
        </pc:spChg>
        <pc:spChg chg="del">
          <ac:chgData name="kaynat sayyed" userId="79f3771926f7d687" providerId="LiveId" clId="{19A8A16B-B2EE-4624-A66F-DB03F6781033}" dt="2025-10-17T13:49:49.310" v="54"/>
          <ac:spMkLst>
            <pc:docMk/>
            <pc:sldMk cId="2664331489" sldId="273"/>
            <ac:spMk id="3" creationId="{03122B81-B8AF-C883-0466-3B0DC167B929}"/>
          </ac:spMkLst>
        </pc:spChg>
        <pc:spChg chg="mod">
          <ac:chgData name="kaynat sayyed" userId="79f3771926f7d687" providerId="LiveId" clId="{19A8A16B-B2EE-4624-A66F-DB03F6781033}" dt="2025-10-17T14:23:29.309" v="459" actId="20577"/>
          <ac:spMkLst>
            <pc:docMk/>
            <pc:sldMk cId="2664331489" sldId="273"/>
            <ac:spMk id="4" creationId="{AB8F2546-BF46-8632-F469-D3C473DD121D}"/>
          </ac:spMkLst>
        </pc:spChg>
        <pc:spChg chg="add mod">
          <ac:chgData name="kaynat sayyed" userId="79f3771926f7d687" providerId="LiveId" clId="{19A8A16B-B2EE-4624-A66F-DB03F6781033}" dt="2025-10-17T14:20:21.052" v="430" actId="1076"/>
          <ac:spMkLst>
            <pc:docMk/>
            <pc:sldMk cId="2664331489" sldId="273"/>
            <ac:spMk id="5" creationId="{32348594-8C6F-3C26-DE15-B2D36278B084}"/>
          </ac:spMkLst>
        </pc:spChg>
        <pc:spChg chg="add del mod">
          <ac:chgData name="kaynat sayyed" userId="79f3771926f7d687" providerId="LiveId" clId="{19A8A16B-B2EE-4624-A66F-DB03F6781033}" dt="2025-10-17T13:51:59.299" v="78" actId="931"/>
          <ac:spMkLst>
            <pc:docMk/>
            <pc:sldMk cId="2664331489" sldId="273"/>
            <ac:spMk id="6" creationId="{30993FDC-9C6F-1CDE-BDE2-C77895093E65}"/>
          </ac:spMkLst>
        </pc:spChg>
        <pc:picChg chg="add del mod">
          <ac:chgData name="kaynat sayyed" userId="79f3771926f7d687" providerId="LiveId" clId="{19A8A16B-B2EE-4624-A66F-DB03F6781033}" dt="2025-10-17T13:51:50.936" v="77" actId="21"/>
          <ac:picMkLst>
            <pc:docMk/>
            <pc:sldMk cId="2664331489" sldId="273"/>
            <ac:picMk id="7" creationId="{CCFBB565-8ADD-6214-0A4A-C0EA8C58A64B}"/>
          </ac:picMkLst>
        </pc:picChg>
        <pc:picChg chg="add mod modCrop">
          <ac:chgData name="kaynat sayyed" userId="79f3771926f7d687" providerId="LiveId" clId="{19A8A16B-B2EE-4624-A66F-DB03F6781033}" dt="2025-10-17T14:03:00.251" v="253" actId="1076"/>
          <ac:picMkLst>
            <pc:docMk/>
            <pc:sldMk cId="2664331489" sldId="273"/>
            <ac:picMk id="9" creationId="{8EF23930-2F6F-ABE1-D54A-C9B3B412BA32}"/>
          </ac:picMkLst>
        </pc:picChg>
      </pc:sldChg>
      <pc:sldChg chg="addSp delSp modSp add mod">
        <pc:chgData name="kaynat sayyed" userId="79f3771926f7d687" providerId="LiveId" clId="{19A8A16B-B2EE-4624-A66F-DB03F6781033}" dt="2025-10-17T14:23:40.713" v="483" actId="20577"/>
        <pc:sldMkLst>
          <pc:docMk/>
          <pc:sldMk cId="648488219" sldId="274"/>
        </pc:sldMkLst>
        <pc:spChg chg="mod">
          <ac:chgData name="kaynat sayyed" userId="79f3771926f7d687" providerId="LiveId" clId="{19A8A16B-B2EE-4624-A66F-DB03F6781033}" dt="2025-10-17T14:20:59.062" v="436" actId="1076"/>
          <ac:spMkLst>
            <pc:docMk/>
            <pc:sldMk cId="648488219" sldId="274"/>
            <ac:spMk id="2" creationId="{F512B378-C532-03DD-585B-9A3E91D0E932}"/>
          </ac:spMkLst>
        </pc:spChg>
        <pc:spChg chg="add mod">
          <ac:chgData name="kaynat sayyed" userId="79f3771926f7d687" providerId="LiveId" clId="{19A8A16B-B2EE-4624-A66F-DB03F6781033}" dt="2025-10-17T14:21:12.140" v="438" actId="1076"/>
          <ac:spMkLst>
            <pc:docMk/>
            <pc:sldMk cId="648488219" sldId="274"/>
            <ac:spMk id="3" creationId="{3D2F0A4D-4FFC-E54D-337B-1D07E2CEEF9E}"/>
          </ac:spMkLst>
        </pc:spChg>
        <pc:spChg chg="mod">
          <ac:chgData name="kaynat sayyed" userId="79f3771926f7d687" providerId="LiveId" clId="{19A8A16B-B2EE-4624-A66F-DB03F6781033}" dt="2025-10-17T14:23:40.713" v="483" actId="20577"/>
          <ac:spMkLst>
            <pc:docMk/>
            <pc:sldMk cId="648488219" sldId="274"/>
            <ac:spMk id="4" creationId="{8E3C7937-3050-D5D4-9563-829576406422}"/>
          </ac:spMkLst>
        </pc:spChg>
        <pc:spChg chg="add del mod">
          <ac:chgData name="kaynat sayyed" userId="79f3771926f7d687" providerId="LiveId" clId="{19A8A16B-B2EE-4624-A66F-DB03F6781033}" dt="2025-10-17T13:51:33.023" v="76" actId="931"/>
          <ac:spMkLst>
            <pc:docMk/>
            <pc:sldMk cId="648488219" sldId="274"/>
            <ac:spMk id="5" creationId="{E9AFB39E-28A8-351B-573D-0E858FD4D9BD}"/>
          </ac:spMkLst>
        </pc:spChg>
        <pc:picChg chg="del">
          <ac:chgData name="kaynat sayyed" userId="79f3771926f7d687" providerId="LiveId" clId="{19A8A16B-B2EE-4624-A66F-DB03F6781033}" dt="2025-10-17T13:51:24.587" v="75" actId="21"/>
          <ac:picMkLst>
            <pc:docMk/>
            <pc:sldMk cId="648488219" sldId="274"/>
            <ac:picMk id="7" creationId="{9A0D9779-B6AE-DFB0-7EC2-5CEC0727B438}"/>
          </ac:picMkLst>
        </pc:picChg>
        <pc:picChg chg="add mod">
          <ac:chgData name="kaynat sayyed" userId="79f3771926f7d687" providerId="LiveId" clId="{19A8A16B-B2EE-4624-A66F-DB03F6781033}" dt="2025-10-17T14:03:06.321" v="255" actId="1076"/>
          <ac:picMkLst>
            <pc:docMk/>
            <pc:sldMk cId="648488219" sldId="274"/>
            <ac:picMk id="8" creationId="{E717C5B3-E3D7-34DF-1C94-46A20DFB72D8}"/>
          </ac:picMkLst>
        </pc:picChg>
      </pc:sldChg>
      <pc:sldChg chg="addSp modSp add mod">
        <pc:chgData name="kaynat sayyed" userId="79f3771926f7d687" providerId="LiveId" clId="{19A8A16B-B2EE-4624-A66F-DB03F6781033}" dt="2025-10-17T14:23:49.616" v="503" actId="27636"/>
        <pc:sldMkLst>
          <pc:docMk/>
          <pc:sldMk cId="4291515287" sldId="275"/>
        </pc:sldMkLst>
        <pc:spChg chg="mod">
          <ac:chgData name="kaynat sayyed" userId="79f3771926f7d687" providerId="LiveId" clId="{19A8A16B-B2EE-4624-A66F-DB03F6781033}" dt="2025-10-17T14:21:36.697" v="441" actId="1076"/>
          <ac:spMkLst>
            <pc:docMk/>
            <pc:sldMk cId="4291515287" sldId="275"/>
            <ac:spMk id="2" creationId="{52576905-2B7D-56C6-9F08-F9085368A3F8}"/>
          </ac:spMkLst>
        </pc:spChg>
        <pc:spChg chg="add mod">
          <ac:chgData name="kaynat sayyed" userId="79f3771926f7d687" providerId="LiveId" clId="{19A8A16B-B2EE-4624-A66F-DB03F6781033}" dt="2025-10-17T14:21:45.138" v="443" actId="1076"/>
          <ac:spMkLst>
            <pc:docMk/>
            <pc:sldMk cId="4291515287" sldId="275"/>
            <ac:spMk id="3" creationId="{CE028698-E31F-2331-F4E9-61227AC1B476}"/>
          </ac:spMkLst>
        </pc:spChg>
        <pc:spChg chg="mod">
          <ac:chgData name="kaynat sayyed" userId="79f3771926f7d687" providerId="LiveId" clId="{19A8A16B-B2EE-4624-A66F-DB03F6781033}" dt="2025-10-17T14:23:49.616" v="503" actId="27636"/>
          <ac:spMkLst>
            <pc:docMk/>
            <pc:sldMk cId="4291515287" sldId="275"/>
            <ac:spMk id="4" creationId="{483819F1-8F3A-C97B-0CD1-FF6A59DA0040}"/>
          </ac:spMkLst>
        </pc:spChg>
        <pc:picChg chg="mod">
          <ac:chgData name="kaynat sayyed" userId="79f3771926f7d687" providerId="LiveId" clId="{19A8A16B-B2EE-4624-A66F-DB03F6781033}" dt="2025-10-17T14:03:11.238" v="257" actId="1076"/>
          <ac:picMkLst>
            <pc:docMk/>
            <pc:sldMk cId="4291515287" sldId="275"/>
            <ac:picMk id="7" creationId="{231E1B7E-6304-658D-BE26-F66B71DC28E0}"/>
          </ac:picMkLst>
        </pc:picChg>
      </pc:sldChg>
      <pc:sldChg chg="addSp modSp new mod">
        <pc:chgData name="kaynat sayyed" userId="79f3771926f7d687" providerId="LiveId" clId="{19A8A16B-B2EE-4624-A66F-DB03F6781033}" dt="2025-10-17T14:03:20.583" v="259" actId="1076"/>
        <pc:sldMkLst>
          <pc:docMk/>
          <pc:sldMk cId="4026402022" sldId="276"/>
        </pc:sldMkLst>
        <pc:spChg chg="mod">
          <ac:chgData name="kaynat sayyed" userId="79f3771926f7d687" providerId="LiveId" clId="{19A8A16B-B2EE-4624-A66F-DB03F6781033}" dt="2025-10-17T13:56:53.818" v="129" actId="122"/>
          <ac:spMkLst>
            <pc:docMk/>
            <pc:sldMk cId="4026402022" sldId="276"/>
            <ac:spMk id="2" creationId="{8114793F-04C8-140C-F729-C3A063280FE3}"/>
          </ac:spMkLst>
        </pc:spChg>
        <pc:graphicFrameChg chg="add mod">
          <ac:chgData name="kaynat sayyed" userId="79f3771926f7d687" providerId="LiveId" clId="{19A8A16B-B2EE-4624-A66F-DB03F6781033}" dt="2025-10-17T13:55:39.534" v="109"/>
          <ac:graphicFrameMkLst>
            <pc:docMk/>
            <pc:sldMk cId="4026402022" sldId="276"/>
            <ac:graphicFrameMk id="3" creationId="{788E387D-B3CD-35FE-739E-62727E72EE83}"/>
          </ac:graphicFrameMkLst>
        </pc:graphicFrameChg>
        <pc:graphicFrameChg chg="add mod">
          <ac:chgData name="kaynat sayyed" userId="79f3771926f7d687" providerId="LiveId" clId="{19A8A16B-B2EE-4624-A66F-DB03F6781033}" dt="2025-10-17T13:55:42.407" v="110"/>
          <ac:graphicFrameMkLst>
            <pc:docMk/>
            <pc:sldMk cId="4026402022" sldId="276"/>
            <ac:graphicFrameMk id="4" creationId="{133626C3-D52B-C862-D52B-9CDC80A46C90}"/>
          </ac:graphicFrameMkLst>
        </pc:graphicFrameChg>
        <pc:picChg chg="add mod">
          <ac:chgData name="kaynat sayyed" userId="79f3771926f7d687" providerId="LiveId" clId="{19A8A16B-B2EE-4624-A66F-DB03F6781033}" dt="2025-10-17T14:03:20.583" v="259" actId="1076"/>
          <ac:picMkLst>
            <pc:docMk/>
            <pc:sldMk cId="4026402022" sldId="276"/>
            <ac:picMk id="6" creationId="{B9D8F9DE-0C52-F604-9DBB-A8519D692F40}"/>
          </ac:picMkLst>
        </pc:picChg>
      </pc:sldChg>
      <pc:sldChg chg="addSp delSp modSp add mod">
        <pc:chgData name="kaynat sayyed" userId="79f3771926f7d687" providerId="LiveId" clId="{19A8A16B-B2EE-4624-A66F-DB03F6781033}" dt="2025-10-17T14:03:26.837" v="261" actId="1076"/>
        <pc:sldMkLst>
          <pc:docMk/>
          <pc:sldMk cId="2785413197" sldId="277"/>
        </pc:sldMkLst>
        <pc:spChg chg="mod">
          <ac:chgData name="kaynat sayyed" userId="79f3771926f7d687" providerId="LiveId" clId="{19A8A16B-B2EE-4624-A66F-DB03F6781033}" dt="2025-10-17T13:57:20.135" v="146" actId="20577"/>
          <ac:spMkLst>
            <pc:docMk/>
            <pc:sldMk cId="2785413197" sldId="277"/>
            <ac:spMk id="2" creationId="{17E95160-BD94-CE13-D5DA-7CA0BB6195CD}"/>
          </ac:spMkLst>
        </pc:spChg>
        <pc:picChg chg="add mod modCrop">
          <ac:chgData name="kaynat sayyed" userId="79f3771926f7d687" providerId="LiveId" clId="{19A8A16B-B2EE-4624-A66F-DB03F6781033}" dt="2025-10-17T14:03:26.837" v="261" actId="1076"/>
          <ac:picMkLst>
            <pc:docMk/>
            <pc:sldMk cId="2785413197" sldId="277"/>
            <ac:picMk id="4" creationId="{60A441D1-4516-F56A-580F-ECB575990AD6}"/>
          </ac:picMkLst>
        </pc:picChg>
        <pc:picChg chg="del">
          <ac:chgData name="kaynat sayyed" userId="79f3771926f7d687" providerId="LiveId" clId="{19A8A16B-B2EE-4624-A66F-DB03F6781033}" dt="2025-10-17T13:57:24.136" v="147" actId="21"/>
          <ac:picMkLst>
            <pc:docMk/>
            <pc:sldMk cId="2785413197" sldId="277"/>
            <ac:picMk id="6" creationId="{FBEBE4D4-A8F7-BA15-0C69-D723ADD7C801}"/>
          </ac:picMkLst>
        </pc:picChg>
      </pc:sldChg>
      <pc:sldChg chg="addSp delSp modSp new mod">
        <pc:chgData name="kaynat sayyed" userId="79f3771926f7d687" providerId="LiveId" clId="{19A8A16B-B2EE-4624-A66F-DB03F6781033}" dt="2025-10-18T12:28:10.418" v="601" actId="1076"/>
        <pc:sldMkLst>
          <pc:docMk/>
          <pc:sldMk cId="2891274641" sldId="278"/>
        </pc:sldMkLst>
        <pc:spChg chg="mod">
          <ac:chgData name="kaynat sayyed" userId="79f3771926f7d687" providerId="LiveId" clId="{19A8A16B-B2EE-4624-A66F-DB03F6781033}" dt="2025-10-18T12:28:10.418" v="601" actId="1076"/>
          <ac:spMkLst>
            <pc:docMk/>
            <pc:sldMk cId="2891274641" sldId="278"/>
            <ac:spMk id="2" creationId="{4FDE0BA8-9015-5CEE-42E7-4CE999FAC356}"/>
          </ac:spMkLst>
        </pc:spChg>
        <pc:spChg chg="del">
          <ac:chgData name="kaynat sayyed" userId="79f3771926f7d687" providerId="LiveId" clId="{19A8A16B-B2EE-4624-A66F-DB03F6781033}" dt="2025-10-17T14:06:40.977" v="298"/>
          <ac:spMkLst>
            <pc:docMk/>
            <pc:sldMk cId="2891274641" sldId="278"/>
            <ac:spMk id="3" creationId="{98B6812B-88F4-6C72-A316-BCE741D477C8}"/>
          </ac:spMkLst>
        </pc:spChg>
        <pc:spChg chg="mod">
          <ac:chgData name="kaynat sayyed" userId="79f3771926f7d687" providerId="LiveId" clId="{19A8A16B-B2EE-4624-A66F-DB03F6781033}" dt="2025-10-17T14:11:04.120" v="361" actId="27636"/>
          <ac:spMkLst>
            <pc:docMk/>
            <pc:sldMk cId="2891274641" sldId="278"/>
            <ac:spMk id="4" creationId="{C5B46252-3152-5047-8F8A-9CED20DCEC97}"/>
          </ac:spMkLst>
        </pc:spChg>
        <pc:spChg chg="add del mod">
          <ac:chgData name="kaynat sayyed" userId="79f3771926f7d687" providerId="LiveId" clId="{19A8A16B-B2EE-4624-A66F-DB03F6781033}" dt="2025-10-18T12:27:18.433" v="587" actId="931"/>
          <ac:spMkLst>
            <pc:docMk/>
            <pc:sldMk cId="2891274641" sldId="278"/>
            <ac:spMk id="5" creationId="{40C942C3-EE8E-D754-BD51-8E9FF7788894}"/>
          </ac:spMkLst>
        </pc:spChg>
        <pc:picChg chg="add del mod">
          <ac:chgData name="kaynat sayyed" userId="79f3771926f7d687" providerId="LiveId" clId="{19A8A16B-B2EE-4624-A66F-DB03F6781033}" dt="2025-10-18T12:27:10.506" v="586" actId="21"/>
          <ac:picMkLst>
            <pc:docMk/>
            <pc:sldMk cId="2891274641" sldId="278"/>
            <ac:picMk id="6" creationId="{AC7C8E4E-CD42-73BB-C034-9E44FD6ABAA9}"/>
          </ac:picMkLst>
        </pc:picChg>
        <pc:picChg chg="add mod modCrop">
          <ac:chgData name="kaynat sayyed" userId="79f3771926f7d687" providerId="LiveId" clId="{19A8A16B-B2EE-4624-A66F-DB03F6781033}" dt="2025-10-18T12:28:04.855" v="600" actId="14100"/>
          <ac:picMkLst>
            <pc:docMk/>
            <pc:sldMk cId="2891274641" sldId="278"/>
            <ac:picMk id="8" creationId="{B42006EB-A09D-7727-838E-3B1B37B09418}"/>
          </ac:picMkLst>
        </pc:picChg>
      </pc:sldChg>
      <pc:sldChg chg="modSp new mod">
        <pc:chgData name="kaynat sayyed" userId="79f3771926f7d687" providerId="LiveId" clId="{19A8A16B-B2EE-4624-A66F-DB03F6781033}" dt="2025-10-17T16:14:37.036" v="546" actId="255"/>
        <pc:sldMkLst>
          <pc:docMk/>
          <pc:sldMk cId="1660586041" sldId="279"/>
        </pc:sldMkLst>
        <pc:spChg chg="mod">
          <ac:chgData name="kaynat sayyed" userId="79f3771926f7d687" providerId="LiveId" clId="{19A8A16B-B2EE-4624-A66F-DB03F6781033}" dt="2025-10-17T16:13:33.366" v="523" actId="122"/>
          <ac:spMkLst>
            <pc:docMk/>
            <pc:sldMk cId="1660586041" sldId="279"/>
            <ac:spMk id="2" creationId="{6EAD4AD8-1BFD-E1AC-897C-A3357B7EEBA4}"/>
          </ac:spMkLst>
        </pc:spChg>
        <pc:spChg chg="mod">
          <ac:chgData name="kaynat sayyed" userId="79f3771926f7d687" providerId="LiveId" clId="{19A8A16B-B2EE-4624-A66F-DB03F6781033}" dt="2025-10-17T16:14:37.036" v="546" actId="255"/>
          <ac:spMkLst>
            <pc:docMk/>
            <pc:sldMk cId="1660586041" sldId="279"/>
            <ac:spMk id="3" creationId="{0089271C-89ED-3A5D-80F2-4D26CDA60B9B}"/>
          </ac:spMkLst>
        </pc:spChg>
      </pc:sldChg>
      <pc:sldChg chg="addSp modSp new mod">
        <pc:chgData name="kaynat sayyed" userId="79f3771926f7d687" providerId="LiveId" clId="{19A8A16B-B2EE-4624-A66F-DB03F6781033}" dt="2025-10-17T16:17:24.652" v="572" actId="1076"/>
        <pc:sldMkLst>
          <pc:docMk/>
          <pc:sldMk cId="3001980342" sldId="280"/>
        </pc:sldMkLst>
        <pc:spChg chg="mod">
          <ac:chgData name="kaynat sayyed" userId="79f3771926f7d687" providerId="LiveId" clId="{19A8A16B-B2EE-4624-A66F-DB03F6781033}" dt="2025-10-17T16:16:27.113" v="563" actId="1076"/>
          <ac:spMkLst>
            <pc:docMk/>
            <pc:sldMk cId="3001980342" sldId="280"/>
            <ac:spMk id="2" creationId="{4424706B-4E39-81B9-FF87-DDA15004B055}"/>
          </ac:spMkLst>
        </pc:spChg>
        <pc:picChg chg="add mod modCrop">
          <ac:chgData name="kaynat sayyed" userId="79f3771926f7d687" providerId="LiveId" clId="{19A8A16B-B2EE-4624-A66F-DB03F6781033}" dt="2025-10-17T16:17:24.652" v="572" actId="1076"/>
          <ac:picMkLst>
            <pc:docMk/>
            <pc:sldMk cId="3001980342" sldId="280"/>
            <ac:picMk id="4" creationId="{C1046C2C-C16B-A293-4B43-93FA605F101E}"/>
          </ac:picMkLst>
        </pc:picChg>
      </pc:sldChg>
      <pc:sldChg chg="modSp new mod">
        <pc:chgData name="kaynat sayyed" userId="79f3771926f7d687" providerId="LiveId" clId="{19A8A16B-B2EE-4624-A66F-DB03F6781033}" dt="2025-10-17T16:17:49.588" v="585" actId="1076"/>
        <pc:sldMkLst>
          <pc:docMk/>
          <pc:sldMk cId="3772005756" sldId="281"/>
        </pc:sldMkLst>
        <pc:spChg chg="mod">
          <ac:chgData name="kaynat sayyed" userId="79f3771926f7d687" providerId="LiveId" clId="{19A8A16B-B2EE-4624-A66F-DB03F6781033}" dt="2025-10-17T16:17:49.588" v="585" actId="1076"/>
          <ac:spMkLst>
            <pc:docMk/>
            <pc:sldMk cId="3772005756" sldId="281"/>
            <ac:spMk id="2" creationId="{2744E166-E128-2011-551E-0070E6424AB1}"/>
          </ac:spMkLst>
        </pc:spChg>
      </pc:sldChg>
      <pc:sldMasterChg chg="setBg modSldLayout">
        <pc:chgData name="kaynat sayyed" userId="79f3771926f7d687" providerId="LiveId" clId="{19A8A16B-B2EE-4624-A66F-DB03F6781033}" dt="2025-10-17T14:01:28.145" v="244"/>
        <pc:sldMasterMkLst>
          <pc:docMk/>
          <pc:sldMasterMk cId="2147108663" sldId="2147483648"/>
        </pc:sldMasterMkLst>
        <pc:sldLayoutChg chg="setBg">
          <pc:chgData name="kaynat sayyed" userId="79f3771926f7d687" providerId="LiveId" clId="{19A8A16B-B2EE-4624-A66F-DB03F6781033}" dt="2025-10-17T14:00:59.616" v="231"/>
          <pc:sldLayoutMkLst>
            <pc:docMk/>
            <pc:sldMasterMk cId="2147108663" sldId="2147483648"/>
            <pc:sldLayoutMk cId="3635396572" sldId="214748364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B9D82C-06E4-4612-BB27-713A7C599F05}" type="datetimeFigureOut">
              <a:rPr lang="en-IN" smtClean="0"/>
              <a:t>18-10-2025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BBDA0B-FC91-4B88-8BD6-A1DDF70FBB26}" type="slidenum">
              <a:rPr lang="en-IN" smtClean="0"/>
              <a:t>‹#›</a:t>
            </a:fld>
            <a:endParaRPr lang="en-IN"/>
          </a:p>
        </p:txBody>
      </p:sp>
    </p:spTree>
    <p:extLst>
      <p:ext uri="{BB962C8B-B14F-4D97-AF65-F5344CB8AC3E}">
        <p14:creationId xmlns:p14="http://schemas.microsoft.com/office/powerpoint/2010/main" val="2955857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alphaModFix amt="25000"/>
            <a:lum/>
          </a:blip>
          <a:srcRect/>
          <a:stretch>
            <a:fillRect t="-1000" b="-1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1E1A8-0202-58C6-6D33-2077DE65417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F41ED49-9EBF-24C3-D2B1-18C2A0D7E6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A61D220-C39E-7113-EA71-CF48EB651896}"/>
              </a:ext>
            </a:extLst>
          </p:cNvPr>
          <p:cNvSpPr>
            <a:spLocks noGrp="1"/>
          </p:cNvSpPr>
          <p:nvPr>
            <p:ph type="dt" sz="half" idx="10"/>
          </p:nvPr>
        </p:nvSpPr>
        <p:spPr/>
        <p:txBody>
          <a:bodyPr/>
          <a:lstStyle/>
          <a:p>
            <a:fld id="{C3842150-766F-463A-922E-3D5F20E2CAC4}" type="datetimeFigureOut">
              <a:rPr lang="en-IN" smtClean="0"/>
              <a:t>18-10-2025</a:t>
            </a:fld>
            <a:endParaRPr lang="en-IN"/>
          </a:p>
        </p:txBody>
      </p:sp>
      <p:sp>
        <p:nvSpPr>
          <p:cNvPr id="5" name="Footer Placeholder 4">
            <a:extLst>
              <a:ext uri="{FF2B5EF4-FFF2-40B4-BE49-F238E27FC236}">
                <a16:creationId xmlns:a16="http://schemas.microsoft.com/office/drawing/2014/main" id="{C072F4F0-354C-748B-763B-8F818803E6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6E1460-88DC-8D60-A739-E5D2D2094323}"/>
              </a:ext>
            </a:extLst>
          </p:cNvPr>
          <p:cNvSpPr>
            <a:spLocks noGrp="1"/>
          </p:cNvSpPr>
          <p:nvPr>
            <p:ph type="sldNum" sz="quarter" idx="12"/>
          </p:nvPr>
        </p:nvSpPr>
        <p:spPr/>
        <p:txBody>
          <a:bodyPr/>
          <a:lstStyle/>
          <a:p>
            <a:fld id="{60CDB9A6-3B4C-465F-947D-0D1A461D27D5}" type="slidenum">
              <a:rPr lang="en-IN" smtClean="0"/>
              <a:t>‹#›</a:t>
            </a:fld>
            <a:endParaRPr lang="en-IN"/>
          </a:p>
        </p:txBody>
      </p:sp>
    </p:spTree>
    <p:extLst>
      <p:ext uri="{BB962C8B-B14F-4D97-AF65-F5344CB8AC3E}">
        <p14:creationId xmlns:p14="http://schemas.microsoft.com/office/powerpoint/2010/main" val="36353965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30A54-AE48-D748-B368-9C94DC28DC7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AAA290B-FB7C-C590-E8A6-75B1736AD4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F92CB2E-E8AC-B609-AE1F-C758107AE3F8}"/>
              </a:ext>
            </a:extLst>
          </p:cNvPr>
          <p:cNvSpPr>
            <a:spLocks noGrp="1"/>
          </p:cNvSpPr>
          <p:nvPr>
            <p:ph type="dt" sz="half" idx="10"/>
          </p:nvPr>
        </p:nvSpPr>
        <p:spPr/>
        <p:txBody>
          <a:bodyPr/>
          <a:lstStyle/>
          <a:p>
            <a:fld id="{C3842150-766F-463A-922E-3D5F20E2CAC4}" type="datetimeFigureOut">
              <a:rPr lang="en-IN" smtClean="0"/>
              <a:t>18-10-2025</a:t>
            </a:fld>
            <a:endParaRPr lang="en-IN"/>
          </a:p>
        </p:txBody>
      </p:sp>
      <p:sp>
        <p:nvSpPr>
          <p:cNvPr id="5" name="Footer Placeholder 4">
            <a:extLst>
              <a:ext uri="{FF2B5EF4-FFF2-40B4-BE49-F238E27FC236}">
                <a16:creationId xmlns:a16="http://schemas.microsoft.com/office/drawing/2014/main" id="{4614A65E-3E5D-0299-35F6-D6A1CF4DFA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2E985E-0918-EC06-B2B7-663034C1290A}"/>
              </a:ext>
            </a:extLst>
          </p:cNvPr>
          <p:cNvSpPr>
            <a:spLocks noGrp="1"/>
          </p:cNvSpPr>
          <p:nvPr>
            <p:ph type="sldNum" sz="quarter" idx="12"/>
          </p:nvPr>
        </p:nvSpPr>
        <p:spPr/>
        <p:txBody>
          <a:bodyPr/>
          <a:lstStyle/>
          <a:p>
            <a:fld id="{60CDB9A6-3B4C-465F-947D-0D1A461D27D5}" type="slidenum">
              <a:rPr lang="en-IN" smtClean="0"/>
              <a:t>‹#›</a:t>
            </a:fld>
            <a:endParaRPr lang="en-IN"/>
          </a:p>
        </p:txBody>
      </p:sp>
    </p:spTree>
    <p:extLst>
      <p:ext uri="{BB962C8B-B14F-4D97-AF65-F5344CB8AC3E}">
        <p14:creationId xmlns:p14="http://schemas.microsoft.com/office/powerpoint/2010/main" val="25779042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89D33-CF00-01F0-2670-7828944D3DD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201260A-D60B-91E1-3C4D-7C771AB5E29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3B63498-D5B2-E3CD-8479-3920CF61F5DA}"/>
              </a:ext>
            </a:extLst>
          </p:cNvPr>
          <p:cNvSpPr>
            <a:spLocks noGrp="1"/>
          </p:cNvSpPr>
          <p:nvPr>
            <p:ph type="dt" sz="half" idx="10"/>
          </p:nvPr>
        </p:nvSpPr>
        <p:spPr/>
        <p:txBody>
          <a:bodyPr/>
          <a:lstStyle/>
          <a:p>
            <a:fld id="{C3842150-766F-463A-922E-3D5F20E2CAC4}" type="datetimeFigureOut">
              <a:rPr lang="en-IN" smtClean="0"/>
              <a:t>18-10-2025</a:t>
            </a:fld>
            <a:endParaRPr lang="en-IN"/>
          </a:p>
        </p:txBody>
      </p:sp>
      <p:sp>
        <p:nvSpPr>
          <p:cNvPr id="5" name="Footer Placeholder 4">
            <a:extLst>
              <a:ext uri="{FF2B5EF4-FFF2-40B4-BE49-F238E27FC236}">
                <a16:creationId xmlns:a16="http://schemas.microsoft.com/office/drawing/2014/main" id="{11DC63C0-B2C1-5314-1A5F-17FB0E642D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FA1E1D-E1BF-DBD6-39EC-507147FC4387}"/>
              </a:ext>
            </a:extLst>
          </p:cNvPr>
          <p:cNvSpPr>
            <a:spLocks noGrp="1"/>
          </p:cNvSpPr>
          <p:nvPr>
            <p:ph type="sldNum" sz="quarter" idx="12"/>
          </p:nvPr>
        </p:nvSpPr>
        <p:spPr/>
        <p:txBody>
          <a:bodyPr/>
          <a:lstStyle/>
          <a:p>
            <a:fld id="{60CDB9A6-3B4C-465F-947D-0D1A461D27D5}" type="slidenum">
              <a:rPr lang="en-IN" smtClean="0"/>
              <a:t>‹#›</a:t>
            </a:fld>
            <a:endParaRPr lang="en-IN"/>
          </a:p>
        </p:txBody>
      </p:sp>
    </p:spTree>
    <p:extLst>
      <p:ext uri="{BB962C8B-B14F-4D97-AF65-F5344CB8AC3E}">
        <p14:creationId xmlns:p14="http://schemas.microsoft.com/office/powerpoint/2010/main" val="179934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46FB0-D124-21D1-5D00-FA4C7C21166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6D17E86-5941-DF33-3551-4917B1CB38B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08B2C24-1EDC-FEAA-3C3E-17AF7458D43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B70B2B5-D48E-0C1F-19A5-B22129776C96}"/>
              </a:ext>
            </a:extLst>
          </p:cNvPr>
          <p:cNvSpPr>
            <a:spLocks noGrp="1"/>
          </p:cNvSpPr>
          <p:nvPr>
            <p:ph type="dt" sz="half" idx="10"/>
          </p:nvPr>
        </p:nvSpPr>
        <p:spPr/>
        <p:txBody>
          <a:bodyPr/>
          <a:lstStyle/>
          <a:p>
            <a:fld id="{C3842150-766F-463A-922E-3D5F20E2CAC4}" type="datetimeFigureOut">
              <a:rPr lang="en-IN" smtClean="0"/>
              <a:t>18-10-2025</a:t>
            </a:fld>
            <a:endParaRPr lang="en-IN"/>
          </a:p>
        </p:txBody>
      </p:sp>
      <p:sp>
        <p:nvSpPr>
          <p:cNvPr id="6" name="Footer Placeholder 5">
            <a:extLst>
              <a:ext uri="{FF2B5EF4-FFF2-40B4-BE49-F238E27FC236}">
                <a16:creationId xmlns:a16="http://schemas.microsoft.com/office/drawing/2014/main" id="{8A7CF0F5-672A-D2F4-D5E3-2E332B4915E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629652D-2C10-FA84-7032-F238CA21FA19}"/>
              </a:ext>
            </a:extLst>
          </p:cNvPr>
          <p:cNvSpPr>
            <a:spLocks noGrp="1"/>
          </p:cNvSpPr>
          <p:nvPr>
            <p:ph type="sldNum" sz="quarter" idx="12"/>
          </p:nvPr>
        </p:nvSpPr>
        <p:spPr/>
        <p:txBody>
          <a:bodyPr/>
          <a:lstStyle/>
          <a:p>
            <a:fld id="{60CDB9A6-3B4C-465F-947D-0D1A461D27D5}" type="slidenum">
              <a:rPr lang="en-IN" smtClean="0"/>
              <a:t>‹#›</a:t>
            </a:fld>
            <a:endParaRPr lang="en-IN"/>
          </a:p>
        </p:txBody>
      </p:sp>
    </p:spTree>
    <p:extLst>
      <p:ext uri="{BB962C8B-B14F-4D97-AF65-F5344CB8AC3E}">
        <p14:creationId xmlns:p14="http://schemas.microsoft.com/office/powerpoint/2010/main" val="20909647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73B45-3D84-1872-424E-BD42425E47D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C2248D0-3437-3EE8-A1DD-8350916CD7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52659E-8402-3158-071E-3689F93DC3F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42E4011-9C3F-CD0C-51EE-33557996B6C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235DDF-9641-BF88-A50E-2D6535B01E4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C5B8676-2BF4-B347-E6E6-D01A95C15078}"/>
              </a:ext>
            </a:extLst>
          </p:cNvPr>
          <p:cNvSpPr>
            <a:spLocks noGrp="1"/>
          </p:cNvSpPr>
          <p:nvPr>
            <p:ph type="dt" sz="half" idx="10"/>
          </p:nvPr>
        </p:nvSpPr>
        <p:spPr/>
        <p:txBody>
          <a:bodyPr/>
          <a:lstStyle/>
          <a:p>
            <a:fld id="{C3842150-766F-463A-922E-3D5F20E2CAC4}" type="datetimeFigureOut">
              <a:rPr lang="en-IN" smtClean="0"/>
              <a:t>18-10-2025</a:t>
            </a:fld>
            <a:endParaRPr lang="en-IN"/>
          </a:p>
        </p:txBody>
      </p:sp>
      <p:sp>
        <p:nvSpPr>
          <p:cNvPr id="8" name="Footer Placeholder 7">
            <a:extLst>
              <a:ext uri="{FF2B5EF4-FFF2-40B4-BE49-F238E27FC236}">
                <a16:creationId xmlns:a16="http://schemas.microsoft.com/office/drawing/2014/main" id="{D158886C-F45D-4337-70DD-B589B74A5DD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556AD10-0D02-00E7-32E7-7C6E21B3528C}"/>
              </a:ext>
            </a:extLst>
          </p:cNvPr>
          <p:cNvSpPr>
            <a:spLocks noGrp="1"/>
          </p:cNvSpPr>
          <p:nvPr>
            <p:ph type="sldNum" sz="quarter" idx="12"/>
          </p:nvPr>
        </p:nvSpPr>
        <p:spPr/>
        <p:txBody>
          <a:bodyPr/>
          <a:lstStyle/>
          <a:p>
            <a:fld id="{60CDB9A6-3B4C-465F-947D-0D1A461D27D5}" type="slidenum">
              <a:rPr lang="en-IN" smtClean="0"/>
              <a:t>‹#›</a:t>
            </a:fld>
            <a:endParaRPr lang="en-IN"/>
          </a:p>
        </p:txBody>
      </p:sp>
    </p:spTree>
    <p:extLst>
      <p:ext uri="{BB962C8B-B14F-4D97-AF65-F5344CB8AC3E}">
        <p14:creationId xmlns:p14="http://schemas.microsoft.com/office/powerpoint/2010/main" val="63301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3CFD8-1D51-F1A0-BE74-764F153591D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FA2D547-FDAE-F79B-8D84-512010A9AFF4}"/>
              </a:ext>
            </a:extLst>
          </p:cNvPr>
          <p:cNvSpPr>
            <a:spLocks noGrp="1"/>
          </p:cNvSpPr>
          <p:nvPr>
            <p:ph type="dt" sz="half" idx="10"/>
          </p:nvPr>
        </p:nvSpPr>
        <p:spPr/>
        <p:txBody>
          <a:bodyPr/>
          <a:lstStyle/>
          <a:p>
            <a:fld id="{C3842150-766F-463A-922E-3D5F20E2CAC4}" type="datetimeFigureOut">
              <a:rPr lang="en-IN" smtClean="0"/>
              <a:t>18-10-2025</a:t>
            </a:fld>
            <a:endParaRPr lang="en-IN"/>
          </a:p>
        </p:txBody>
      </p:sp>
      <p:sp>
        <p:nvSpPr>
          <p:cNvPr id="4" name="Footer Placeholder 3">
            <a:extLst>
              <a:ext uri="{FF2B5EF4-FFF2-40B4-BE49-F238E27FC236}">
                <a16:creationId xmlns:a16="http://schemas.microsoft.com/office/drawing/2014/main" id="{3350BFDC-D319-5241-24F0-CFD40501454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CB91323-14E2-27DE-604A-361977945666}"/>
              </a:ext>
            </a:extLst>
          </p:cNvPr>
          <p:cNvSpPr>
            <a:spLocks noGrp="1"/>
          </p:cNvSpPr>
          <p:nvPr>
            <p:ph type="sldNum" sz="quarter" idx="12"/>
          </p:nvPr>
        </p:nvSpPr>
        <p:spPr/>
        <p:txBody>
          <a:bodyPr/>
          <a:lstStyle/>
          <a:p>
            <a:fld id="{60CDB9A6-3B4C-465F-947D-0D1A461D27D5}" type="slidenum">
              <a:rPr lang="en-IN" smtClean="0"/>
              <a:t>‹#›</a:t>
            </a:fld>
            <a:endParaRPr lang="en-IN"/>
          </a:p>
        </p:txBody>
      </p:sp>
    </p:spTree>
    <p:extLst>
      <p:ext uri="{BB962C8B-B14F-4D97-AF65-F5344CB8AC3E}">
        <p14:creationId xmlns:p14="http://schemas.microsoft.com/office/powerpoint/2010/main" val="3159387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0649A4C-3952-CAC0-9EE6-F9F6FACE3CE3}"/>
              </a:ext>
            </a:extLst>
          </p:cNvPr>
          <p:cNvSpPr>
            <a:spLocks noGrp="1"/>
          </p:cNvSpPr>
          <p:nvPr>
            <p:ph type="dt" sz="half" idx="10"/>
          </p:nvPr>
        </p:nvSpPr>
        <p:spPr/>
        <p:txBody>
          <a:bodyPr/>
          <a:lstStyle/>
          <a:p>
            <a:fld id="{C3842150-766F-463A-922E-3D5F20E2CAC4}" type="datetimeFigureOut">
              <a:rPr lang="en-IN" smtClean="0"/>
              <a:t>18-10-2025</a:t>
            </a:fld>
            <a:endParaRPr lang="en-IN"/>
          </a:p>
        </p:txBody>
      </p:sp>
      <p:sp>
        <p:nvSpPr>
          <p:cNvPr id="3" name="Footer Placeholder 2">
            <a:extLst>
              <a:ext uri="{FF2B5EF4-FFF2-40B4-BE49-F238E27FC236}">
                <a16:creationId xmlns:a16="http://schemas.microsoft.com/office/drawing/2014/main" id="{4F2A15B9-22BB-EBBA-9338-0220E5F1984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52A2461-37B0-622B-262F-906627D47DB2}"/>
              </a:ext>
            </a:extLst>
          </p:cNvPr>
          <p:cNvSpPr>
            <a:spLocks noGrp="1"/>
          </p:cNvSpPr>
          <p:nvPr>
            <p:ph type="sldNum" sz="quarter" idx="12"/>
          </p:nvPr>
        </p:nvSpPr>
        <p:spPr/>
        <p:txBody>
          <a:bodyPr/>
          <a:lstStyle/>
          <a:p>
            <a:fld id="{60CDB9A6-3B4C-465F-947D-0D1A461D27D5}" type="slidenum">
              <a:rPr lang="en-IN" smtClean="0"/>
              <a:t>‹#›</a:t>
            </a:fld>
            <a:endParaRPr lang="en-IN"/>
          </a:p>
        </p:txBody>
      </p:sp>
    </p:spTree>
    <p:extLst>
      <p:ext uri="{BB962C8B-B14F-4D97-AF65-F5344CB8AC3E}">
        <p14:creationId xmlns:p14="http://schemas.microsoft.com/office/powerpoint/2010/main" val="14044564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2991E-48BF-5FA3-CD9B-9DE3202997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4C2A9CE-BF57-89D1-E8D8-71D01339C4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E6B3CEA-F04D-25E1-0B6E-E713E6A9D5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C0DF08-C862-25AB-FDC5-B6E85FA824A2}"/>
              </a:ext>
            </a:extLst>
          </p:cNvPr>
          <p:cNvSpPr>
            <a:spLocks noGrp="1"/>
          </p:cNvSpPr>
          <p:nvPr>
            <p:ph type="dt" sz="half" idx="10"/>
          </p:nvPr>
        </p:nvSpPr>
        <p:spPr/>
        <p:txBody>
          <a:bodyPr/>
          <a:lstStyle/>
          <a:p>
            <a:fld id="{C3842150-766F-463A-922E-3D5F20E2CAC4}" type="datetimeFigureOut">
              <a:rPr lang="en-IN" smtClean="0"/>
              <a:t>18-10-2025</a:t>
            </a:fld>
            <a:endParaRPr lang="en-IN"/>
          </a:p>
        </p:txBody>
      </p:sp>
      <p:sp>
        <p:nvSpPr>
          <p:cNvPr id="6" name="Footer Placeholder 5">
            <a:extLst>
              <a:ext uri="{FF2B5EF4-FFF2-40B4-BE49-F238E27FC236}">
                <a16:creationId xmlns:a16="http://schemas.microsoft.com/office/drawing/2014/main" id="{07717633-DC50-772B-9A6A-1BB84D92642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3A0A16-4176-5797-4D20-2AC0434E957B}"/>
              </a:ext>
            </a:extLst>
          </p:cNvPr>
          <p:cNvSpPr>
            <a:spLocks noGrp="1"/>
          </p:cNvSpPr>
          <p:nvPr>
            <p:ph type="sldNum" sz="quarter" idx="12"/>
          </p:nvPr>
        </p:nvSpPr>
        <p:spPr/>
        <p:txBody>
          <a:bodyPr/>
          <a:lstStyle/>
          <a:p>
            <a:fld id="{60CDB9A6-3B4C-465F-947D-0D1A461D27D5}" type="slidenum">
              <a:rPr lang="en-IN" smtClean="0"/>
              <a:t>‹#›</a:t>
            </a:fld>
            <a:endParaRPr lang="en-IN"/>
          </a:p>
        </p:txBody>
      </p:sp>
    </p:spTree>
    <p:extLst>
      <p:ext uri="{BB962C8B-B14F-4D97-AF65-F5344CB8AC3E}">
        <p14:creationId xmlns:p14="http://schemas.microsoft.com/office/powerpoint/2010/main" val="26524330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0D81C-5417-09CA-02C7-844FC3570F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D72C593-224C-D8E9-B94A-D93B21426B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A9F8799-F0B8-160D-6B7B-19AD4948C8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FABCC1-D192-15E0-CC6F-71374F922195}"/>
              </a:ext>
            </a:extLst>
          </p:cNvPr>
          <p:cNvSpPr>
            <a:spLocks noGrp="1"/>
          </p:cNvSpPr>
          <p:nvPr>
            <p:ph type="dt" sz="half" idx="10"/>
          </p:nvPr>
        </p:nvSpPr>
        <p:spPr/>
        <p:txBody>
          <a:bodyPr/>
          <a:lstStyle/>
          <a:p>
            <a:fld id="{C3842150-766F-463A-922E-3D5F20E2CAC4}" type="datetimeFigureOut">
              <a:rPr lang="en-IN" smtClean="0"/>
              <a:t>18-10-2025</a:t>
            </a:fld>
            <a:endParaRPr lang="en-IN"/>
          </a:p>
        </p:txBody>
      </p:sp>
      <p:sp>
        <p:nvSpPr>
          <p:cNvPr id="6" name="Footer Placeholder 5">
            <a:extLst>
              <a:ext uri="{FF2B5EF4-FFF2-40B4-BE49-F238E27FC236}">
                <a16:creationId xmlns:a16="http://schemas.microsoft.com/office/drawing/2014/main" id="{78A44D6A-1274-B6FA-5515-CCA5997D18E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1EA3E93-22C4-DCA0-8FEE-F08869D4DFA4}"/>
              </a:ext>
            </a:extLst>
          </p:cNvPr>
          <p:cNvSpPr>
            <a:spLocks noGrp="1"/>
          </p:cNvSpPr>
          <p:nvPr>
            <p:ph type="sldNum" sz="quarter" idx="12"/>
          </p:nvPr>
        </p:nvSpPr>
        <p:spPr/>
        <p:txBody>
          <a:bodyPr/>
          <a:lstStyle/>
          <a:p>
            <a:fld id="{60CDB9A6-3B4C-465F-947D-0D1A461D27D5}" type="slidenum">
              <a:rPr lang="en-IN" smtClean="0"/>
              <a:t>‹#›</a:t>
            </a:fld>
            <a:endParaRPr lang="en-IN"/>
          </a:p>
        </p:txBody>
      </p:sp>
    </p:spTree>
    <p:extLst>
      <p:ext uri="{BB962C8B-B14F-4D97-AF65-F5344CB8AC3E}">
        <p14:creationId xmlns:p14="http://schemas.microsoft.com/office/powerpoint/2010/main" val="2893567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843BD-AFD2-E3FE-C5DD-D11C026DA25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3B95A13-1BBD-E089-4A40-70A6586E41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73275A-65F3-7554-8C6A-59386780CC1F}"/>
              </a:ext>
            </a:extLst>
          </p:cNvPr>
          <p:cNvSpPr>
            <a:spLocks noGrp="1"/>
          </p:cNvSpPr>
          <p:nvPr>
            <p:ph type="dt" sz="half" idx="10"/>
          </p:nvPr>
        </p:nvSpPr>
        <p:spPr/>
        <p:txBody>
          <a:bodyPr/>
          <a:lstStyle/>
          <a:p>
            <a:fld id="{C3842150-766F-463A-922E-3D5F20E2CAC4}" type="datetimeFigureOut">
              <a:rPr lang="en-IN" smtClean="0"/>
              <a:t>18-10-2025</a:t>
            </a:fld>
            <a:endParaRPr lang="en-IN"/>
          </a:p>
        </p:txBody>
      </p:sp>
      <p:sp>
        <p:nvSpPr>
          <p:cNvPr id="5" name="Footer Placeholder 4">
            <a:extLst>
              <a:ext uri="{FF2B5EF4-FFF2-40B4-BE49-F238E27FC236}">
                <a16:creationId xmlns:a16="http://schemas.microsoft.com/office/drawing/2014/main" id="{CAEAB431-3DAA-0AD6-4FE6-1CE68E502C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53089E-BEEC-8E50-E76D-F12A3A9F905B}"/>
              </a:ext>
            </a:extLst>
          </p:cNvPr>
          <p:cNvSpPr>
            <a:spLocks noGrp="1"/>
          </p:cNvSpPr>
          <p:nvPr>
            <p:ph type="sldNum" sz="quarter" idx="12"/>
          </p:nvPr>
        </p:nvSpPr>
        <p:spPr/>
        <p:txBody>
          <a:bodyPr/>
          <a:lstStyle/>
          <a:p>
            <a:fld id="{60CDB9A6-3B4C-465F-947D-0D1A461D27D5}" type="slidenum">
              <a:rPr lang="en-IN" smtClean="0"/>
              <a:t>‹#›</a:t>
            </a:fld>
            <a:endParaRPr lang="en-IN"/>
          </a:p>
        </p:txBody>
      </p:sp>
    </p:spTree>
    <p:extLst>
      <p:ext uri="{BB962C8B-B14F-4D97-AF65-F5344CB8AC3E}">
        <p14:creationId xmlns:p14="http://schemas.microsoft.com/office/powerpoint/2010/main" val="3334308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2B42AA-C58B-FF51-9DAB-27F9CD91260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A7DF074-F522-A550-59A9-1AC8C62F6B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5364F3-79DC-F6C5-5BAD-02CADE284D54}"/>
              </a:ext>
            </a:extLst>
          </p:cNvPr>
          <p:cNvSpPr>
            <a:spLocks noGrp="1"/>
          </p:cNvSpPr>
          <p:nvPr>
            <p:ph type="dt" sz="half" idx="10"/>
          </p:nvPr>
        </p:nvSpPr>
        <p:spPr/>
        <p:txBody>
          <a:bodyPr/>
          <a:lstStyle/>
          <a:p>
            <a:fld id="{C3842150-766F-463A-922E-3D5F20E2CAC4}" type="datetimeFigureOut">
              <a:rPr lang="en-IN" smtClean="0"/>
              <a:t>18-10-2025</a:t>
            </a:fld>
            <a:endParaRPr lang="en-IN"/>
          </a:p>
        </p:txBody>
      </p:sp>
      <p:sp>
        <p:nvSpPr>
          <p:cNvPr id="5" name="Footer Placeholder 4">
            <a:extLst>
              <a:ext uri="{FF2B5EF4-FFF2-40B4-BE49-F238E27FC236}">
                <a16:creationId xmlns:a16="http://schemas.microsoft.com/office/drawing/2014/main" id="{DF567D82-5AD1-CCF5-B181-50FFEFD725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9644D3-DFD7-286A-D216-6D3061CDC066}"/>
              </a:ext>
            </a:extLst>
          </p:cNvPr>
          <p:cNvSpPr>
            <a:spLocks noGrp="1"/>
          </p:cNvSpPr>
          <p:nvPr>
            <p:ph type="sldNum" sz="quarter" idx="12"/>
          </p:nvPr>
        </p:nvSpPr>
        <p:spPr/>
        <p:txBody>
          <a:bodyPr/>
          <a:lstStyle/>
          <a:p>
            <a:fld id="{60CDB9A6-3B4C-465F-947D-0D1A461D27D5}" type="slidenum">
              <a:rPr lang="en-IN" smtClean="0"/>
              <a:t>‹#›</a:t>
            </a:fld>
            <a:endParaRPr lang="en-IN"/>
          </a:p>
        </p:txBody>
      </p:sp>
    </p:spTree>
    <p:extLst>
      <p:ext uri="{BB962C8B-B14F-4D97-AF65-F5344CB8AC3E}">
        <p14:creationId xmlns:p14="http://schemas.microsoft.com/office/powerpoint/2010/main" val="9926218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15000"/>
            <a:lum/>
          </a:blip>
          <a:srcRect/>
          <a:stretch>
            <a:fillRect t="-1000" b="-1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DC0E3C-4E42-CE3E-D705-04D0AEDAC7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74E2772-86FD-B0C8-6FAD-BEBE295BDE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452304-CCFF-443C-6797-7589047EAC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842150-766F-463A-922E-3D5F20E2CAC4}" type="datetimeFigureOut">
              <a:rPr lang="en-IN" smtClean="0"/>
              <a:t>18-10-2025</a:t>
            </a:fld>
            <a:endParaRPr lang="en-IN"/>
          </a:p>
        </p:txBody>
      </p:sp>
      <p:sp>
        <p:nvSpPr>
          <p:cNvPr id="5" name="Footer Placeholder 4">
            <a:extLst>
              <a:ext uri="{FF2B5EF4-FFF2-40B4-BE49-F238E27FC236}">
                <a16:creationId xmlns:a16="http://schemas.microsoft.com/office/drawing/2014/main" id="{392D9893-E4E4-1A02-44B2-97983AA7BE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5F50522-9BFA-2776-03CF-8E3EFCCC31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CDB9A6-3B4C-465F-947D-0D1A461D27D5}" type="slidenum">
              <a:rPr lang="en-IN" smtClean="0"/>
              <a:t>‹#›</a:t>
            </a:fld>
            <a:endParaRPr lang="en-IN"/>
          </a:p>
        </p:txBody>
      </p:sp>
    </p:spTree>
    <p:extLst>
      <p:ext uri="{BB962C8B-B14F-4D97-AF65-F5344CB8AC3E}">
        <p14:creationId xmlns:p14="http://schemas.microsoft.com/office/powerpoint/2010/main" val="21471086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4DDDA-31C4-9924-9C00-8D9BAC05BC5E}"/>
              </a:ext>
            </a:extLst>
          </p:cNvPr>
          <p:cNvSpPr>
            <a:spLocks noGrp="1"/>
          </p:cNvSpPr>
          <p:nvPr>
            <p:ph type="ctrTitle"/>
          </p:nvPr>
        </p:nvSpPr>
        <p:spPr/>
        <p:txBody>
          <a:bodyPr>
            <a:normAutofit fontScale="90000"/>
          </a:bodyPr>
          <a:lstStyle/>
          <a:p>
            <a:r>
              <a:rPr lang="en-US" b="1" dirty="0"/>
              <a:t>Hospital Performance Analysis– Lowell General Hospital</a:t>
            </a:r>
            <a:endParaRPr lang="en-IN" b="1" dirty="0"/>
          </a:p>
        </p:txBody>
      </p:sp>
      <p:sp>
        <p:nvSpPr>
          <p:cNvPr id="3" name="Subtitle 2">
            <a:extLst>
              <a:ext uri="{FF2B5EF4-FFF2-40B4-BE49-F238E27FC236}">
                <a16:creationId xmlns:a16="http://schemas.microsoft.com/office/drawing/2014/main" id="{8ABE71E3-3FC9-F1D0-3719-649783EDE678}"/>
              </a:ext>
            </a:extLst>
          </p:cNvPr>
          <p:cNvSpPr>
            <a:spLocks noGrp="1"/>
          </p:cNvSpPr>
          <p:nvPr>
            <p:ph type="subTitle" idx="1"/>
          </p:nvPr>
        </p:nvSpPr>
        <p:spPr>
          <a:xfrm>
            <a:off x="1524000" y="4103914"/>
            <a:ext cx="9144000" cy="631372"/>
          </a:xfrm>
        </p:spPr>
        <p:txBody>
          <a:bodyPr/>
          <a:lstStyle/>
          <a:p>
            <a:r>
              <a:rPr lang="en-IN" b="1" dirty="0"/>
              <a:t>Healthcare Domain</a:t>
            </a:r>
          </a:p>
        </p:txBody>
      </p:sp>
    </p:spTree>
    <p:extLst>
      <p:ext uri="{BB962C8B-B14F-4D97-AF65-F5344CB8AC3E}">
        <p14:creationId xmlns:p14="http://schemas.microsoft.com/office/powerpoint/2010/main" val="34755043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14D5A-3DDD-1951-DEAA-30390F7C66C7}"/>
              </a:ext>
            </a:extLst>
          </p:cNvPr>
          <p:cNvSpPr>
            <a:spLocks noGrp="1"/>
          </p:cNvSpPr>
          <p:nvPr>
            <p:ph type="title"/>
          </p:nvPr>
        </p:nvSpPr>
        <p:spPr/>
        <p:txBody>
          <a:bodyPr>
            <a:normAutofit/>
          </a:bodyPr>
          <a:lstStyle/>
          <a:p>
            <a:pPr algn="ctr"/>
            <a:r>
              <a:rPr lang="en-IN" sz="4800" b="1" dirty="0"/>
              <a:t>Problem Statement</a:t>
            </a:r>
          </a:p>
        </p:txBody>
      </p:sp>
      <p:sp>
        <p:nvSpPr>
          <p:cNvPr id="3" name="Content Placeholder 2">
            <a:extLst>
              <a:ext uri="{FF2B5EF4-FFF2-40B4-BE49-F238E27FC236}">
                <a16:creationId xmlns:a16="http://schemas.microsoft.com/office/drawing/2014/main" id="{AEB0A90C-02FD-775D-BAE8-64234E1BF362}"/>
              </a:ext>
            </a:extLst>
          </p:cNvPr>
          <p:cNvSpPr>
            <a:spLocks noGrp="1"/>
          </p:cNvSpPr>
          <p:nvPr>
            <p:ph idx="1"/>
          </p:nvPr>
        </p:nvSpPr>
        <p:spPr/>
        <p:txBody>
          <a:bodyPr/>
          <a:lstStyle/>
          <a:p>
            <a:r>
              <a:rPr lang="en-US" dirty="0"/>
              <a:t>Lowell General Hospital focuses on patient care and operational efficiency.</a:t>
            </a:r>
            <a:br>
              <a:rPr lang="en-US" dirty="0"/>
            </a:br>
            <a:r>
              <a:rPr lang="en-US" dirty="0"/>
              <a:t>However, variations in </a:t>
            </a:r>
            <a:r>
              <a:rPr lang="en-US" b="1" dirty="0"/>
              <a:t>Bed Occupancy</a:t>
            </a:r>
            <a:r>
              <a:rPr lang="en-US" dirty="0"/>
              <a:t>, </a:t>
            </a:r>
            <a:r>
              <a:rPr lang="en-US" b="1" dirty="0"/>
              <a:t>Staff Responsiveness</a:t>
            </a:r>
            <a:r>
              <a:rPr lang="en-US" dirty="0"/>
              <a:t>, and </a:t>
            </a:r>
            <a:r>
              <a:rPr lang="en-US" b="1" dirty="0"/>
              <a:t>Unassisted Fall Rate</a:t>
            </a:r>
            <a:r>
              <a:rPr lang="en-US" dirty="0"/>
              <a:t> may impact patient experience.</a:t>
            </a:r>
            <a:br>
              <a:rPr lang="en-US" dirty="0"/>
            </a:br>
            <a:r>
              <a:rPr lang="en-US" dirty="0"/>
              <a:t>Hence, an analysis was done to study performance trends and find improvement areas.</a:t>
            </a:r>
            <a:endParaRPr lang="en-IN" dirty="0"/>
          </a:p>
        </p:txBody>
      </p:sp>
    </p:spTree>
    <p:extLst>
      <p:ext uri="{BB962C8B-B14F-4D97-AF65-F5344CB8AC3E}">
        <p14:creationId xmlns:p14="http://schemas.microsoft.com/office/powerpoint/2010/main" val="3400611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B039A-69D6-057F-CECA-AC93C648DC1B}"/>
              </a:ext>
            </a:extLst>
          </p:cNvPr>
          <p:cNvSpPr>
            <a:spLocks noGrp="1"/>
          </p:cNvSpPr>
          <p:nvPr>
            <p:ph type="title"/>
          </p:nvPr>
        </p:nvSpPr>
        <p:spPr/>
        <p:txBody>
          <a:bodyPr>
            <a:normAutofit/>
          </a:bodyPr>
          <a:lstStyle/>
          <a:p>
            <a:pPr algn="ctr"/>
            <a:r>
              <a:rPr lang="en-IN" sz="4800" b="1" dirty="0"/>
              <a:t>Problem Objective</a:t>
            </a:r>
          </a:p>
        </p:txBody>
      </p:sp>
      <p:sp>
        <p:nvSpPr>
          <p:cNvPr id="4" name="Rectangle 1">
            <a:extLst>
              <a:ext uri="{FF2B5EF4-FFF2-40B4-BE49-F238E27FC236}">
                <a16:creationId xmlns:a16="http://schemas.microsoft.com/office/drawing/2014/main" id="{A9ED7EF2-D4DC-8E1D-A6D0-7B0AB60BBA94}"/>
              </a:ext>
            </a:extLst>
          </p:cNvPr>
          <p:cNvSpPr>
            <a:spLocks noGrp="1" noChangeArrowheads="1"/>
          </p:cNvSpPr>
          <p:nvPr>
            <p:ph idx="1"/>
          </p:nvPr>
        </p:nvSpPr>
        <p:spPr bwMode="auto">
          <a:xfrm>
            <a:off x="925285" y="1813798"/>
            <a:ext cx="5716630" cy="323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Analyze 3 key metrics:</a:t>
            </a:r>
          </a:p>
          <a:p>
            <a:pPr marL="457200" lvl="1" indent="0" eaLnBrk="0" fontAlgn="base" hangingPunct="0">
              <a:lnSpc>
                <a:spcPct val="100000"/>
              </a:lnSpc>
              <a:spcBef>
                <a:spcPct val="0"/>
              </a:spcBef>
              <a:spcAft>
                <a:spcPct val="0"/>
              </a:spcAft>
              <a:buNone/>
            </a:pPr>
            <a:br>
              <a:rPr kumimoji="0" lang="en-US" altLang="en-US" sz="1600" b="0" i="0" u="none" strike="noStrike" cap="none" normalizeH="0" baseline="0" dirty="0">
                <a:ln>
                  <a:noFill/>
                </a:ln>
                <a:solidFill>
                  <a:schemeClr val="tx1"/>
                </a:solidFill>
                <a:effectLst/>
                <a:latin typeface="Arial" panose="020B0604020202020204" pitchFamily="34" charset="0"/>
              </a:rPr>
            </a:br>
            <a:r>
              <a:rPr kumimoji="0" lang="en-US" altLang="en-US" sz="1600" b="0" i="0" u="none" strike="noStrike" cap="none" normalizeH="0" baseline="0" dirty="0">
                <a:ln>
                  <a:noFill/>
                </a:ln>
                <a:solidFill>
                  <a:schemeClr val="tx1"/>
                </a:solidFill>
                <a:effectLst/>
                <a:latin typeface="Arial" panose="020B0604020202020204" pitchFamily="34" charset="0"/>
              </a:rPr>
              <a:t>Average Bed Occupancy Rate</a:t>
            </a:r>
            <a:br>
              <a:rPr kumimoji="0" lang="en-US" altLang="en-US" sz="1600" b="0" i="0" u="none" strike="noStrike" cap="none" normalizeH="0" baseline="0" dirty="0">
                <a:ln>
                  <a:noFill/>
                </a:ln>
                <a:solidFill>
                  <a:schemeClr val="tx1"/>
                </a:solidFill>
                <a:effectLst/>
                <a:latin typeface="Arial" panose="020B0604020202020204" pitchFamily="34" charset="0"/>
              </a:rPr>
            </a:br>
            <a:r>
              <a:rPr kumimoji="0" lang="en-US" altLang="en-US" sz="1600" b="0" i="0" u="none" strike="noStrike" cap="none" normalizeH="0" baseline="0" dirty="0">
                <a:ln>
                  <a:noFill/>
                </a:ln>
                <a:solidFill>
                  <a:schemeClr val="tx1"/>
                </a:solidFill>
                <a:effectLst/>
                <a:latin typeface="Arial" panose="020B0604020202020204" pitchFamily="34" charset="0"/>
              </a:rPr>
              <a:t>Staff Responsiveness</a:t>
            </a:r>
            <a:br>
              <a:rPr kumimoji="0" lang="en-US" altLang="en-US" sz="1600" b="0" i="0" u="none" strike="noStrike" cap="none" normalizeH="0" baseline="0" dirty="0">
                <a:ln>
                  <a:noFill/>
                </a:ln>
                <a:solidFill>
                  <a:schemeClr val="tx1"/>
                </a:solidFill>
                <a:effectLst/>
                <a:latin typeface="Arial" panose="020B0604020202020204" pitchFamily="34" charset="0"/>
              </a:rPr>
            </a:br>
            <a:r>
              <a:rPr kumimoji="0" lang="en-US" altLang="en-US" sz="1600" b="0" i="0" u="none" strike="noStrike" cap="none" normalizeH="0" baseline="0" dirty="0">
                <a:ln>
                  <a:noFill/>
                </a:ln>
                <a:solidFill>
                  <a:schemeClr val="tx1"/>
                </a:solidFill>
                <a:effectLst/>
                <a:latin typeface="Arial" panose="020B0604020202020204" pitchFamily="34" charset="0"/>
              </a:rPr>
              <a:t>Unassisted Fall Rate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Study relationships between KPIs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Compare results against benchmarks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Suggest improvement actions based on insights</a:t>
            </a:r>
          </a:p>
        </p:txBody>
      </p:sp>
    </p:spTree>
    <p:extLst>
      <p:ext uri="{BB962C8B-B14F-4D97-AF65-F5344CB8AC3E}">
        <p14:creationId xmlns:p14="http://schemas.microsoft.com/office/powerpoint/2010/main" val="33680511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D4AD8-1BFD-E1AC-897C-A3357B7EEBA4}"/>
              </a:ext>
            </a:extLst>
          </p:cNvPr>
          <p:cNvSpPr>
            <a:spLocks noGrp="1"/>
          </p:cNvSpPr>
          <p:nvPr>
            <p:ph type="title"/>
          </p:nvPr>
        </p:nvSpPr>
        <p:spPr/>
        <p:txBody>
          <a:bodyPr/>
          <a:lstStyle/>
          <a:p>
            <a:pPr algn="ctr"/>
            <a:r>
              <a:rPr lang="en-IN" b="1" dirty="0"/>
              <a:t>Dataset Overview</a:t>
            </a:r>
          </a:p>
        </p:txBody>
      </p:sp>
      <p:sp>
        <p:nvSpPr>
          <p:cNvPr id="3" name="Content Placeholder 2">
            <a:extLst>
              <a:ext uri="{FF2B5EF4-FFF2-40B4-BE49-F238E27FC236}">
                <a16:creationId xmlns:a16="http://schemas.microsoft.com/office/drawing/2014/main" id="{0089271C-89ED-3A5D-80F2-4D26CDA60B9B}"/>
              </a:ext>
            </a:extLst>
          </p:cNvPr>
          <p:cNvSpPr>
            <a:spLocks noGrp="1"/>
          </p:cNvSpPr>
          <p:nvPr>
            <p:ph idx="1"/>
          </p:nvPr>
        </p:nvSpPr>
        <p:spPr/>
        <p:txBody>
          <a:bodyPr/>
          <a:lstStyle/>
          <a:p>
            <a:pPr marL="0" indent="0">
              <a:buNone/>
            </a:pPr>
            <a:r>
              <a:rPr lang="en-US" dirty="0"/>
              <a:t>Size: (60, 5)</a:t>
            </a:r>
          </a:p>
          <a:p>
            <a:pPr marL="0" lvl="0" indent="0">
              <a:spcBef>
                <a:spcPts val="1200"/>
              </a:spcBef>
              <a:buNone/>
            </a:pPr>
            <a:r>
              <a:rPr lang="en-US" dirty="0"/>
              <a:t>Key Variables:</a:t>
            </a:r>
          </a:p>
          <a:p>
            <a:pPr marL="0" lvl="0" indent="0">
              <a:spcBef>
                <a:spcPts val="1200"/>
              </a:spcBef>
              <a:buNone/>
            </a:pPr>
            <a:r>
              <a:rPr lang="en-US" sz="2200" dirty="0"/>
              <a:t>Month	</a:t>
            </a:r>
          </a:p>
          <a:p>
            <a:pPr marL="0" lvl="0" indent="0">
              <a:spcBef>
                <a:spcPts val="1200"/>
              </a:spcBef>
              <a:buNone/>
            </a:pPr>
            <a:r>
              <a:rPr lang="en-US" sz="2200" dirty="0"/>
              <a:t>Average Licensed Bed  Occupancy Rate	</a:t>
            </a:r>
          </a:p>
          <a:p>
            <a:pPr marL="0" lvl="0" indent="0">
              <a:spcBef>
                <a:spcPts val="1200"/>
              </a:spcBef>
              <a:buNone/>
            </a:pPr>
            <a:r>
              <a:rPr lang="en-US" sz="2200" dirty="0"/>
              <a:t>Unassisted Fall Rate per 1,000 Patient Days	</a:t>
            </a:r>
          </a:p>
          <a:p>
            <a:pPr marL="0" lvl="0" indent="0">
              <a:spcBef>
                <a:spcPts val="1200"/>
              </a:spcBef>
              <a:buNone/>
            </a:pPr>
            <a:r>
              <a:rPr lang="en-US" sz="2200" dirty="0"/>
              <a:t>Staff Responsiveness Domain Top Box Score	</a:t>
            </a:r>
          </a:p>
          <a:p>
            <a:pPr marL="0" lvl="0" indent="0">
              <a:spcBef>
                <a:spcPts val="1200"/>
              </a:spcBef>
              <a:buNone/>
            </a:pPr>
            <a:r>
              <a:rPr lang="en-US" sz="2200" dirty="0"/>
              <a:t>Staff Responsiveness Top Box Score Benchmark</a:t>
            </a:r>
          </a:p>
          <a:p>
            <a:pPr marL="0" lvl="0" indent="0">
              <a:spcBef>
                <a:spcPts val="1200"/>
              </a:spcBef>
              <a:buNone/>
            </a:pPr>
            <a:endParaRPr lang="en-US" dirty="0"/>
          </a:p>
        </p:txBody>
      </p:sp>
    </p:spTree>
    <p:extLst>
      <p:ext uri="{BB962C8B-B14F-4D97-AF65-F5344CB8AC3E}">
        <p14:creationId xmlns:p14="http://schemas.microsoft.com/office/powerpoint/2010/main" val="16605860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AA6A4-1C82-95C8-4A93-2F6A1DFCAEC0}"/>
              </a:ext>
            </a:extLst>
          </p:cNvPr>
          <p:cNvSpPr>
            <a:spLocks noGrp="1"/>
          </p:cNvSpPr>
          <p:nvPr>
            <p:ph type="title"/>
          </p:nvPr>
        </p:nvSpPr>
        <p:spPr/>
        <p:txBody>
          <a:bodyPr/>
          <a:lstStyle/>
          <a:p>
            <a:pPr algn="ctr"/>
            <a:r>
              <a:rPr lang="en-IN" b="1" dirty="0"/>
              <a:t>Understanding KPIs</a:t>
            </a:r>
            <a:br>
              <a:rPr lang="en-IN" dirty="0"/>
            </a:br>
            <a:endParaRPr lang="en-IN" dirty="0"/>
          </a:p>
        </p:txBody>
      </p:sp>
      <p:sp>
        <p:nvSpPr>
          <p:cNvPr id="3" name="Content Placeholder 2">
            <a:extLst>
              <a:ext uri="{FF2B5EF4-FFF2-40B4-BE49-F238E27FC236}">
                <a16:creationId xmlns:a16="http://schemas.microsoft.com/office/drawing/2014/main" id="{1D579300-801E-4F3B-2C23-3756B7F40196}"/>
              </a:ext>
            </a:extLst>
          </p:cNvPr>
          <p:cNvSpPr>
            <a:spLocks noGrp="1"/>
          </p:cNvSpPr>
          <p:nvPr>
            <p:ph idx="1"/>
          </p:nvPr>
        </p:nvSpPr>
        <p:spPr>
          <a:xfrm>
            <a:off x="947058" y="1690688"/>
            <a:ext cx="10515600" cy="4351338"/>
          </a:xfrm>
        </p:spPr>
        <p:txBody>
          <a:bodyPr/>
          <a:lstStyle/>
          <a:p>
            <a:pPr marL="0" indent="0">
              <a:buNone/>
            </a:pPr>
            <a:r>
              <a:rPr lang="en-IN" sz="3200" b="1" dirty="0"/>
              <a:t>Bed Occupancy Rate</a:t>
            </a:r>
            <a:endParaRPr lang="en-US" sz="3200" dirty="0"/>
          </a:p>
          <a:p>
            <a:endParaRPr lang="en-US" dirty="0"/>
          </a:p>
          <a:p>
            <a:r>
              <a:rPr lang="en-US" dirty="0"/>
              <a:t>Number of Patients in Licensed Beds per Day/ Number of Licensed Beds * 100</a:t>
            </a:r>
          </a:p>
          <a:p>
            <a:r>
              <a:rPr lang="en-US" dirty="0"/>
              <a:t>Meaning- </a:t>
            </a:r>
            <a:r>
              <a:rPr lang="en-IN" dirty="0"/>
              <a:t>% of hospital beds occupied</a:t>
            </a:r>
          </a:p>
          <a:p>
            <a:r>
              <a:rPr lang="en-IN" dirty="0"/>
              <a:t>Importance- </a:t>
            </a:r>
            <a:r>
              <a:rPr lang="en-US" dirty="0"/>
              <a:t>Shows how efficiently hospital beds are used</a:t>
            </a:r>
          </a:p>
          <a:p>
            <a:endParaRPr lang="en-IN" dirty="0"/>
          </a:p>
        </p:txBody>
      </p:sp>
    </p:spTree>
    <p:extLst>
      <p:ext uri="{BB962C8B-B14F-4D97-AF65-F5344CB8AC3E}">
        <p14:creationId xmlns:p14="http://schemas.microsoft.com/office/powerpoint/2010/main" val="38613201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91C19-1862-8668-3D7C-C3C5F02BE66D}"/>
              </a:ext>
            </a:extLst>
          </p:cNvPr>
          <p:cNvSpPr>
            <a:spLocks noGrp="1"/>
          </p:cNvSpPr>
          <p:nvPr>
            <p:ph type="title"/>
          </p:nvPr>
        </p:nvSpPr>
        <p:spPr/>
        <p:txBody>
          <a:bodyPr/>
          <a:lstStyle/>
          <a:p>
            <a:pPr algn="ctr"/>
            <a:r>
              <a:rPr lang="en-IN" b="1" dirty="0"/>
              <a:t>Understanding KPIs </a:t>
            </a:r>
            <a:br>
              <a:rPr lang="en-IN" dirty="0"/>
            </a:br>
            <a:endParaRPr lang="en-IN" dirty="0"/>
          </a:p>
        </p:txBody>
      </p:sp>
      <p:sp>
        <p:nvSpPr>
          <p:cNvPr id="3" name="Content Placeholder 2">
            <a:extLst>
              <a:ext uri="{FF2B5EF4-FFF2-40B4-BE49-F238E27FC236}">
                <a16:creationId xmlns:a16="http://schemas.microsoft.com/office/drawing/2014/main" id="{216F1905-9A54-3C83-9D6F-56CA805C2FD0}"/>
              </a:ext>
            </a:extLst>
          </p:cNvPr>
          <p:cNvSpPr>
            <a:spLocks noGrp="1"/>
          </p:cNvSpPr>
          <p:nvPr>
            <p:ph idx="1"/>
          </p:nvPr>
        </p:nvSpPr>
        <p:spPr>
          <a:xfrm>
            <a:off x="979714" y="1328057"/>
            <a:ext cx="10515600" cy="5088618"/>
          </a:xfrm>
        </p:spPr>
        <p:txBody>
          <a:bodyPr>
            <a:normAutofit/>
          </a:bodyPr>
          <a:lstStyle/>
          <a:p>
            <a:pPr marL="0" indent="0">
              <a:buNone/>
            </a:pPr>
            <a:r>
              <a:rPr lang="en-IN" b="1" dirty="0"/>
              <a:t>Staff Responsiveness</a:t>
            </a:r>
            <a:endParaRPr lang="en-US" dirty="0"/>
          </a:p>
          <a:p>
            <a:endParaRPr lang="en-US" sz="2400" dirty="0"/>
          </a:p>
          <a:p>
            <a:r>
              <a:rPr lang="en-US" sz="2400" dirty="0"/>
              <a:t>Number of patients answering "Always" to the two Staff Responsiveness questions/ Number of patients answering the two Staff Responsiveness questions * 100</a:t>
            </a:r>
          </a:p>
          <a:p>
            <a:endParaRPr lang="en-US" sz="2400" dirty="0"/>
          </a:p>
          <a:p>
            <a:r>
              <a:rPr lang="en-US" sz="2400" dirty="0"/>
              <a:t>Two questions are: During this hospital stay, after you pressed the call button, how often did you get help as soon as you wanted it? How often did you get help in getting to the bathroom or in using a bedpan as soon as you wanted?</a:t>
            </a:r>
          </a:p>
          <a:p>
            <a:endParaRPr lang="en-US" sz="2400" dirty="0"/>
          </a:p>
          <a:p>
            <a:pPr fontAlgn="ctr"/>
            <a:r>
              <a:rPr lang="en-US" sz="2400" dirty="0"/>
              <a:t>Meaning- % of positive feedback for staff response time</a:t>
            </a:r>
            <a:endParaRPr lang="en-IN" sz="2400" dirty="0"/>
          </a:p>
          <a:p>
            <a:pPr fontAlgn="ctr"/>
            <a:r>
              <a:rPr lang="en-US" sz="2400" dirty="0"/>
              <a:t>Importance- Indicates quality of patient support</a:t>
            </a:r>
            <a:endParaRPr lang="en-IN" sz="2400" dirty="0"/>
          </a:p>
          <a:p>
            <a:pPr marL="0" indent="0">
              <a:buNone/>
            </a:pPr>
            <a:endParaRPr lang="en-IN" sz="2400" dirty="0"/>
          </a:p>
        </p:txBody>
      </p:sp>
    </p:spTree>
    <p:extLst>
      <p:ext uri="{BB962C8B-B14F-4D97-AF65-F5344CB8AC3E}">
        <p14:creationId xmlns:p14="http://schemas.microsoft.com/office/powerpoint/2010/main" val="22676261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6B204-2DF1-5E47-0138-62C889CB57A6}"/>
              </a:ext>
            </a:extLst>
          </p:cNvPr>
          <p:cNvSpPr>
            <a:spLocks noGrp="1"/>
          </p:cNvSpPr>
          <p:nvPr>
            <p:ph type="title"/>
          </p:nvPr>
        </p:nvSpPr>
        <p:spPr/>
        <p:txBody>
          <a:bodyPr/>
          <a:lstStyle/>
          <a:p>
            <a:pPr algn="ctr"/>
            <a:r>
              <a:rPr lang="en-IN" b="1" dirty="0"/>
              <a:t>Understanding KPIs</a:t>
            </a:r>
            <a:br>
              <a:rPr lang="en-IN" dirty="0"/>
            </a:br>
            <a:endParaRPr lang="en-IN" dirty="0"/>
          </a:p>
        </p:txBody>
      </p:sp>
      <p:sp>
        <p:nvSpPr>
          <p:cNvPr id="3" name="Content Placeholder 2">
            <a:extLst>
              <a:ext uri="{FF2B5EF4-FFF2-40B4-BE49-F238E27FC236}">
                <a16:creationId xmlns:a16="http://schemas.microsoft.com/office/drawing/2014/main" id="{82CE56D3-E696-D81C-9DFC-4168CBE33F7C}"/>
              </a:ext>
            </a:extLst>
          </p:cNvPr>
          <p:cNvSpPr>
            <a:spLocks noGrp="1"/>
          </p:cNvSpPr>
          <p:nvPr>
            <p:ph idx="1"/>
          </p:nvPr>
        </p:nvSpPr>
        <p:spPr>
          <a:xfrm>
            <a:off x="979714" y="1575253"/>
            <a:ext cx="10515600" cy="4351338"/>
          </a:xfrm>
        </p:spPr>
        <p:txBody>
          <a:bodyPr/>
          <a:lstStyle/>
          <a:p>
            <a:pPr marL="0" indent="0">
              <a:buNone/>
            </a:pPr>
            <a:r>
              <a:rPr lang="en-IN" sz="3200" b="1" dirty="0"/>
              <a:t>Unassisted Fall Rate</a:t>
            </a:r>
            <a:endParaRPr lang="en-US" sz="3200" dirty="0"/>
          </a:p>
          <a:p>
            <a:endParaRPr lang="en-US" dirty="0"/>
          </a:p>
          <a:p>
            <a:r>
              <a:rPr lang="en-US" dirty="0"/>
              <a:t>Number of Patient Falls/ Number of Patient Days * 1000</a:t>
            </a:r>
          </a:p>
          <a:p>
            <a:pPr fontAlgn="ctr"/>
            <a:r>
              <a:rPr lang="en-US" dirty="0"/>
              <a:t>Meaning- </a:t>
            </a:r>
            <a:r>
              <a:rPr lang="en-IN" dirty="0"/>
              <a:t>Falls per 1,000 patient days</a:t>
            </a:r>
          </a:p>
          <a:p>
            <a:pPr fontAlgn="ctr"/>
            <a:r>
              <a:rPr lang="en-US" dirty="0"/>
              <a:t>Importance- Reflects patient safety and care standards</a:t>
            </a:r>
            <a:endParaRPr lang="en-IN" dirty="0"/>
          </a:p>
          <a:p>
            <a:endParaRPr lang="en-IN" dirty="0"/>
          </a:p>
        </p:txBody>
      </p:sp>
    </p:spTree>
    <p:extLst>
      <p:ext uri="{BB962C8B-B14F-4D97-AF65-F5344CB8AC3E}">
        <p14:creationId xmlns:p14="http://schemas.microsoft.com/office/powerpoint/2010/main" val="310952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89C2E-7546-9B83-BE9E-2AB6413770D2}"/>
              </a:ext>
            </a:extLst>
          </p:cNvPr>
          <p:cNvSpPr>
            <a:spLocks noGrp="1"/>
          </p:cNvSpPr>
          <p:nvPr>
            <p:ph type="title"/>
          </p:nvPr>
        </p:nvSpPr>
        <p:spPr/>
        <p:txBody>
          <a:bodyPr/>
          <a:lstStyle/>
          <a:p>
            <a:pPr algn="ctr"/>
            <a:r>
              <a:rPr lang="en-IN" b="1" dirty="0"/>
              <a:t>Data analysis process</a:t>
            </a:r>
          </a:p>
        </p:txBody>
      </p:sp>
      <p:sp>
        <p:nvSpPr>
          <p:cNvPr id="3" name="Content Placeholder 2">
            <a:extLst>
              <a:ext uri="{FF2B5EF4-FFF2-40B4-BE49-F238E27FC236}">
                <a16:creationId xmlns:a16="http://schemas.microsoft.com/office/drawing/2014/main" id="{81E9F82E-D8A7-F8C5-FB8A-80FDE41145AD}"/>
              </a:ext>
            </a:extLst>
          </p:cNvPr>
          <p:cNvSpPr>
            <a:spLocks noGrp="1"/>
          </p:cNvSpPr>
          <p:nvPr>
            <p:ph idx="1"/>
          </p:nvPr>
        </p:nvSpPr>
        <p:spPr/>
        <p:txBody>
          <a:bodyPr/>
          <a:lstStyle/>
          <a:p>
            <a:pPr marL="0" indent="0">
              <a:buNone/>
            </a:pPr>
            <a:r>
              <a:rPr lang="en-IN" dirty="0"/>
              <a:t>1️⃣ Data Cleaning: Removed duplicates, corrected formats</a:t>
            </a:r>
            <a:br>
              <a:rPr lang="en-IN" dirty="0"/>
            </a:br>
            <a:r>
              <a:rPr lang="en-IN" dirty="0"/>
              <a:t>2️⃣ KPI Calculation: Average of each KPI by year/month</a:t>
            </a:r>
            <a:br>
              <a:rPr lang="en-IN" dirty="0"/>
            </a:br>
            <a:r>
              <a:rPr lang="en-IN" dirty="0"/>
              <a:t>3️⃣ Trend Analysis: Visualized patterns using Excel &amp; Power BI</a:t>
            </a:r>
            <a:br>
              <a:rPr lang="en-IN" dirty="0"/>
            </a:br>
            <a:r>
              <a:rPr lang="en-IN" dirty="0"/>
              <a:t>4️⃣ Benchmark Comparison: Compared with U.S. averages</a:t>
            </a:r>
            <a:br>
              <a:rPr lang="en-IN" dirty="0"/>
            </a:br>
            <a:r>
              <a:rPr lang="en-IN" dirty="0"/>
              <a:t>5️⃣ Correlation Analysis: Studied KPI relationships</a:t>
            </a:r>
          </a:p>
          <a:p>
            <a:endParaRPr lang="en-IN" dirty="0"/>
          </a:p>
        </p:txBody>
      </p:sp>
    </p:spTree>
    <p:extLst>
      <p:ext uri="{BB962C8B-B14F-4D97-AF65-F5344CB8AC3E}">
        <p14:creationId xmlns:p14="http://schemas.microsoft.com/office/powerpoint/2010/main" val="10224661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24EE6-9448-EFA6-F530-68348D36F7C7}"/>
              </a:ext>
            </a:extLst>
          </p:cNvPr>
          <p:cNvSpPr>
            <a:spLocks noGrp="1"/>
          </p:cNvSpPr>
          <p:nvPr>
            <p:ph type="title"/>
          </p:nvPr>
        </p:nvSpPr>
        <p:spPr>
          <a:xfrm>
            <a:off x="838200" y="365126"/>
            <a:ext cx="10515600" cy="908504"/>
          </a:xfrm>
        </p:spPr>
        <p:txBody>
          <a:bodyPr/>
          <a:lstStyle/>
          <a:p>
            <a:pPr algn="ctr"/>
            <a:r>
              <a:rPr lang="en-IN" b="1" dirty="0"/>
              <a:t>KPI Trends (Pivot analysis)</a:t>
            </a:r>
          </a:p>
        </p:txBody>
      </p:sp>
      <p:sp>
        <p:nvSpPr>
          <p:cNvPr id="3" name="Content Placeholder 2">
            <a:extLst>
              <a:ext uri="{FF2B5EF4-FFF2-40B4-BE49-F238E27FC236}">
                <a16:creationId xmlns:a16="http://schemas.microsoft.com/office/drawing/2014/main" id="{B9051BA9-68C9-4EBC-4D88-B9641AF19F81}"/>
              </a:ext>
            </a:extLst>
          </p:cNvPr>
          <p:cNvSpPr>
            <a:spLocks noGrp="1"/>
          </p:cNvSpPr>
          <p:nvPr>
            <p:ph idx="1"/>
          </p:nvPr>
        </p:nvSpPr>
        <p:spPr>
          <a:xfrm>
            <a:off x="838200" y="1273630"/>
            <a:ext cx="10515600" cy="5312227"/>
          </a:xfrm>
        </p:spPr>
        <p:txBody>
          <a:bodyPr>
            <a:normAutofit/>
          </a:bodyPr>
          <a:lstStyle/>
          <a:p>
            <a:pPr marL="0" indent="0">
              <a:buNone/>
            </a:pPr>
            <a:r>
              <a:rPr lang="en-US" sz="2200" b="1" dirty="0"/>
              <a:t>Insights:</a:t>
            </a:r>
          </a:p>
          <a:p>
            <a:r>
              <a:rPr lang="en-US" sz="2200" dirty="0"/>
              <a:t>Bed Occupancy: Constantly high (~98–100%) - strong demand but may lead to pressure on staff.</a:t>
            </a:r>
          </a:p>
        </p:txBody>
      </p:sp>
      <p:pic>
        <p:nvPicPr>
          <p:cNvPr id="5" name="Picture 4">
            <a:extLst>
              <a:ext uri="{FF2B5EF4-FFF2-40B4-BE49-F238E27FC236}">
                <a16:creationId xmlns:a16="http://schemas.microsoft.com/office/drawing/2014/main" id="{213F239D-B3FB-3E74-B15F-FD28BF9D6E3C}"/>
              </a:ext>
            </a:extLst>
          </p:cNvPr>
          <p:cNvPicPr>
            <a:picLocks noChangeAspect="1"/>
          </p:cNvPicPr>
          <p:nvPr/>
        </p:nvPicPr>
        <p:blipFill>
          <a:blip r:embed="rId2">
            <a:extLst>
              <a:ext uri="{28A0092B-C50C-407E-A947-70E740481C1C}">
                <a14:useLocalDpi xmlns:a14="http://schemas.microsoft.com/office/drawing/2010/main" val="0"/>
              </a:ext>
            </a:extLst>
          </a:blip>
          <a:srcRect l="2626" t="3683" r="9767" b="10081"/>
          <a:stretch>
            <a:fillRect/>
          </a:stretch>
        </p:blipFill>
        <p:spPr>
          <a:xfrm>
            <a:off x="3135086" y="2275117"/>
            <a:ext cx="5921827" cy="4310740"/>
          </a:xfrm>
          <a:prstGeom prst="rect">
            <a:avLst/>
          </a:prstGeom>
          <a:ln>
            <a:solidFill>
              <a:schemeClr val="tx1"/>
            </a:solidFill>
          </a:ln>
        </p:spPr>
      </p:pic>
    </p:spTree>
    <p:extLst>
      <p:ext uri="{BB962C8B-B14F-4D97-AF65-F5344CB8AC3E}">
        <p14:creationId xmlns:p14="http://schemas.microsoft.com/office/powerpoint/2010/main" val="29589311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F91A1-6B78-2942-F38C-CD2C40DD14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DC2D3E-FCF7-47FF-5EB2-F384651FDEB3}"/>
              </a:ext>
            </a:extLst>
          </p:cNvPr>
          <p:cNvSpPr>
            <a:spLocks noGrp="1"/>
          </p:cNvSpPr>
          <p:nvPr>
            <p:ph type="title"/>
          </p:nvPr>
        </p:nvSpPr>
        <p:spPr>
          <a:xfrm>
            <a:off x="838200" y="365126"/>
            <a:ext cx="10515600" cy="908504"/>
          </a:xfrm>
        </p:spPr>
        <p:txBody>
          <a:bodyPr>
            <a:normAutofit/>
          </a:bodyPr>
          <a:lstStyle/>
          <a:p>
            <a:pPr algn="ctr"/>
            <a:r>
              <a:rPr lang="en-IN" b="1" dirty="0"/>
              <a:t>KPI Trends (Pivot analysis)</a:t>
            </a:r>
          </a:p>
        </p:txBody>
      </p:sp>
      <p:sp>
        <p:nvSpPr>
          <p:cNvPr id="3" name="Content Placeholder 2">
            <a:extLst>
              <a:ext uri="{FF2B5EF4-FFF2-40B4-BE49-F238E27FC236}">
                <a16:creationId xmlns:a16="http://schemas.microsoft.com/office/drawing/2014/main" id="{D38060E7-1455-12E1-9C71-4509C38A75BE}"/>
              </a:ext>
            </a:extLst>
          </p:cNvPr>
          <p:cNvSpPr>
            <a:spLocks noGrp="1"/>
          </p:cNvSpPr>
          <p:nvPr>
            <p:ph idx="1"/>
          </p:nvPr>
        </p:nvSpPr>
        <p:spPr>
          <a:xfrm>
            <a:off x="838200" y="1273630"/>
            <a:ext cx="10515600" cy="5312227"/>
          </a:xfrm>
        </p:spPr>
        <p:txBody>
          <a:bodyPr>
            <a:normAutofit/>
          </a:bodyPr>
          <a:lstStyle/>
          <a:p>
            <a:pPr marL="0" indent="0">
              <a:buNone/>
            </a:pPr>
            <a:r>
              <a:rPr lang="en-US" sz="2400" b="1" dirty="0"/>
              <a:t>Insights:</a:t>
            </a:r>
          </a:p>
          <a:p>
            <a:r>
              <a:rPr lang="en-US" sz="2400" dirty="0"/>
              <a:t>Unassisted Fall Rate: Slight increase during high occupancy - indicates patient safety risk.</a:t>
            </a:r>
          </a:p>
        </p:txBody>
      </p:sp>
      <p:pic>
        <p:nvPicPr>
          <p:cNvPr id="6" name="Picture 5">
            <a:extLst>
              <a:ext uri="{FF2B5EF4-FFF2-40B4-BE49-F238E27FC236}">
                <a16:creationId xmlns:a16="http://schemas.microsoft.com/office/drawing/2014/main" id="{EA575E38-6994-8509-7AEF-B6279C1CF7EC}"/>
              </a:ext>
            </a:extLst>
          </p:cNvPr>
          <p:cNvPicPr>
            <a:picLocks noChangeAspect="1"/>
          </p:cNvPicPr>
          <p:nvPr/>
        </p:nvPicPr>
        <p:blipFill>
          <a:blip r:embed="rId2">
            <a:extLst>
              <a:ext uri="{28A0092B-C50C-407E-A947-70E740481C1C}">
                <a14:useLocalDpi xmlns:a14="http://schemas.microsoft.com/office/drawing/2010/main" val="0"/>
              </a:ext>
            </a:extLst>
          </a:blip>
          <a:srcRect l="7660" t="6309" r="7900" b="6614"/>
          <a:stretch>
            <a:fillRect/>
          </a:stretch>
        </p:blipFill>
        <p:spPr>
          <a:xfrm>
            <a:off x="3303814" y="2471512"/>
            <a:ext cx="5584371" cy="4114345"/>
          </a:xfrm>
          <a:prstGeom prst="rect">
            <a:avLst/>
          </a:prstGeom>
          <a:ln>
            <a:solidFill>
              <a:schemeClr val="tx1"/>
            </a:solidFill>
          </a:ln>
        </p:spPr>
      </p:pic>
    </p:spTree>
    <p:extLst>
      <p:ext uri="{BB962C8B-B14F-4D97-AF65-F5344CB8AC3E}">
        <p14:creationId xmlns:p14="http://schemas.microsoft.com/office/powerpoint/2010/main" val="28935685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5AAAA-A19F-B20E-DB5D-56ABB326A6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77D611-0FAD-04A8-1219-406D8A2E6BC7}"/>
              </a:ext>
            </a:extLst>
          </p:cNvPr>
          <p:cNvSpPr>
            <a:spLocks noGrp="1"/>
          </p:cNvSpPr>
          <p:nvPr>
            <p:ph type="title"/>
          </p:nvPr>
        </p:nvSpPr>
        <p:spPr>
          <a:xfrm>
            <a:off x="838200" y="365126"/>
            <a:ext cx="10515600" cy="908504"/>
          </a:xfrm>
        </p:spPr>
        <p:txBody>
          <a:bodyPr>
            <a:normAutofit/>
          </a:bodyPr>
          <a:lstStyle/>
          <a:p>
            <a:pPr algn="ctr"/>
            <a:r>
              <a:rPr lang="en-IN" b="1" dirty="0"/>
              <a:t>KPI Trends (Pivot analysis)</a:t>
            </a:r>
          </a:p>
        </p:txBody>
      </p:sp>
      <p:sp>
        <p:nvSpPr>
          <p:cNvPr id="3" name="Content Placeholder 2">
            <a:extLst>
              <a:ext uri="{FF2B5EF4-FFF2-40B4-BE49-F238E27FC236}">
                <a16:creationId xmlns:a16="http://schemas.microsoft.com/office/drawing/2014/main" id="{E8D31B4E-8683-21FE-01B0-1F13102FB159}"/>
              </a:ext>
            </a:extLst>
          </p:cNvPr>
          <p:cNvSpPr>
            <a:spLocks noGrp="1"/>
          </p:cNvSpPr>
          <p:nvPr>
            <p:ph idx="1"/>
          </p:nvPr>
        </p:nvSpPr>
        <p:spPr>
          <a:xfrm>
            <a:off x="838200" y="1273630"/>
            <a:ext cx="10515600" cy="5312227"/>
          </a:xfrm>
        </p:spPr>
        <p:txBody>
          <a:bodyPr>
            <a:normAutofit/>
          </a:bodyPr>
          <a:lstStyle/>
          <a:p>
            <a:pPr marL="0" indent="0">
              <a:buNone/>
            </a:pPr>
            <a:r>
              <a:rPr lang="en-US" sz="2400" b="1" dirty="0"/>
              <a:t>Insights:</a:t>
            </a:r>
          </a:p>
          <a:p>
            <a:r>
              <a:rPr lang="en-US" sz="2400" dirty="0"/>
              <a:t>Staff Responsiveness: Dip during high occupancy - potential strain on workforce.</a:t>
            </a:r>
            <a:endParaRPr lang="en-IN" sz="2400" dirty="0"/>
          </a:p>
        </p:txBody>
      </p:sp>
      <p:pic>
        <p:nvPicPr>
          <p:cNvPr id="5" name="Picture 4">
            <a:extLst>
              <a:ext uri="{FF2B5EF4-FFF2-40B4-BE49-F238E27FC236}">
                <a16:creationId xmlns:a16="http://schemas.microsoft.com/office/drawing/2014/main" id="{D50EC0D6-FF8E-45FA-8E82-C234E771C2C2}"/>
              </a:ext>
            </a:extLst>
          </p:cNvPr>
          <p:cNvPicPr>
            <a:picLocks noChangeAspect="1"/>
          </p:cNvPicPr>
          <p:nvPr/>
        </p:nvPicPr>
        <p:blipFill>
          <a:blip r:embed="rId2">
            <a:extLst>
              <a:ext uri="{28A0092B-C50C-407E-A947-70E740481C1C}">
                <a14:useLocalDpi xmlns:a14="http://schemas.microsoft.com/office/drawing/2010/main" val="0"/>
              </a:ext>
            </a:extLst>
          </a:blip>
          <a:srcRect l="7126" t="7885" r="16260" b="6707"/>
          <a:stretch>
            <a:fillRect/>
          </a:stretch>
        </p:blipFill>
        <p:spPr>
          <a:xfrm>
            <a:off x="3325586" y="2275117"/>
            <a:ext cx="5540827" cy="4310740"/>
          </a:xfrm>
          <a:prstGeom prst="rect">
            <a:avLst/>
          </a:prstGeom>
          <a:ln>
            <a:solidFill>
              <a:schemeClr val="tx1"/>
            </a:solidFill>
          </a:ln>
        </p:spPr>
      </p:pic>
    </p:spTree>
    <p:extLst>
      <p:ext uri="{BB962C8B-B14F-4D97-AF65-F5344CB8AC3E}">
        <p14:creationId xmlns:p14="http://schemas.microsoft.com/office/powerpoint/2010/main" val="2016161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E0BA8-9015-5CEE-42E7-4CE999FAC356}"/>
              </a:ext>
            </a:extLst>
          </p:cNvPr>
          <p:cNvSpPr>
            <a:spLocks noGrp="1"/>
          </p:cNvSpPr>
          <p:nvPr>
            <p:ph type="title"/>
          </p:nvPr>
        </p:nvSpPr>
        <p:spPr>
          <a:xfrm>
            <a:off x="304801" y="144462"/>
            <a:ext cx="4176712" cy="708025"/>
          </a:xfrm>
        </p:spPr>
        <p:txBody>
          <a:bodyPr>
            <a:normAutofit/>
          </a:bodyPr>
          <a:lstStyle/>
          <a:p>
            <a:r>
              <a:rPr lang="en-IN" b="1" dirty="0"/>
              <a:t>KPI vs Benchmark</a:t>
            </a:r>
          </a:p>
        </p:txBody>
      </p:sp>
      <p:sp>
        <p:nvSpPr>
          <p:cNvPr id="4" name="Text Placeholder 3">
            <a:extLst>
              <a:ext uri="{FF2B5EF4-FFF2-40B4-BE49-F238E27FC236}">
                <a16:creationId xmlns:a16="http://schemas.microsoft.com/office/drawing/2014/main" id="{C5B46252-3152-5047-8F8A-9CED20DCEC97}"/>
              </a:ext>
            </a:extLst>
          </p:cNvPr>
          <p:cNvSpPr>
            <a:spLocks noGrp="1"/>
          </p:cNvSpPr>
          <p:nvPr>
            <p:ph type="body" sz="half" idx="2"/>
          </p:nvPr>
        </p:nvSpPr>
        <p:spPr>
          <a:xfrm>
            <a:off x="393700" y="1231901"/>
            <a:ext cx="4378325" cy="5127624"/>
          </a:xfrm>
        </p:spPr>
        <p:txBody>
          <a:bodyPr>
            <a:normAutofit lnSpcReduction="10000"/>
          </a:bodyPr>
          <a:lstStyle/>
          <a:p>
            <a:pPr marL="0" algn="l" rtl="0" eaLnBrk="1" fontAlgn="ctr" latinLnBrk="0" hangingPunct="1">
              <a:buNone/>
            </a:pPr>
            <a:r>
              <a:rPr lang="en-IN" sz="2000" b="1" i="0" u="none" strike="noStrike" kern="1200" dirty="0">
                <a:solidFill>
                  <a:srgbClr val="000000"/>
                </a:solidFill>
                <a:effectLst/>
                <a:latin typeface="Calibri" panose="020F0502020204030204" pitchFamily="34" charset="0"/>
              </a:rPr>
              <a:t>Bed Occupancy</a:t>
            </a:r>
            <a:endParaRPr lang="en-IN" sz="2000" b="0" i="0" u="none" strike="noStrike" dirty="0">
              <a:effectLst/>
              <a:latin typeface="Arial" panose="020B0604020202020204" pitchFamily="34" charset="0"/>
            </a:endParaRPr>
          </a:p>
          <a:p>
            <a:pPr marL="0" algn="l" rtl="0" eaLnBrk="1" fontAlgn="ctr" latinLnBrk="0" hangingPunct="1">
              <a:buNone/>
            </a:pPr>
            <a:r>
              <a:rPr lang="en-IN" sz="2000" b="0" i="0" u="none" strike="noStrike" kern="1200" dirty="0">
                <a:solidFill>
                  <a:srgbClr val="000000"/>
                </a:solidFill>
                <a:effectLst/>
                <a:latin typeface="Calibri" panose="020F0502020204030204" pitchFamily="34" charset="0"/>
              </a:rPr>
              <a:t>LG Hospital- 97, Benchmark- 80</a:t>
            </a:r>
            <a:endParaRPr lang="en-IN" sz="2000" b="0" i="0" u="none" strike="noStrike" dirty="0">
              <a:effectLst/>
              <a:latin typeface="Arial" panose="020B0604020202020204" pitchFamily="34" charset="0"/>
            </a:endParaRPr>
          </a:p>
          <a:p>
            <a:pPr marL="0" algn="l" rtl="0" eaLnBrk="1" fontAlgn="ctr" latinLnBrk="0" hangingPunct="1">
              <a:buNone/>
            </a:pPr>
            <a:r>
              <a:rPr lang="en-IN" sz="2000" b="0" i="0" u="none" strike="noStrike" kern="1200" dirty="0">
                <a:solidFill>
                  <a:srgbClr val="000000"/>
                </a:solidFill>
                <a:effectLst/>
                <a:latin typeface="Calibri" panose="020F0502020204030204" pitchFamily="34" charset="0"/>
              </a:rPr>
              <a:t>Insight- </a:t>
            </a:r>
            <a:r>
              <a:rPr lang="en-US" sz="2000" b="0" i="0" u="none" strike="noStrike" kern="1200" dirty="0">
                <a:solidFill>
                  <a:srgbClr val="000000"/>
                </a:solidFill>
                <a:effectLst/>
                <a:latin typeface="Calibri" panose="020F0502020204030204" pitchFamily="34" charset="0"/>
              </a:rPr>
              <a:t>Very high utilization, may cause overwork risk</a:t>
            </a:r>
          </a:p>
          <a:p>
            <a:pPr marL="0" algn="l" rtl="0" eaLnBrk="1" fontAlgn="ctr" latinLnBrk="0" hangingPunct="1">
              <a:buNone/>
            </a:pPr>
            <a:endParaRPr lang="en-IN" sz="2000" b="0" i="0" u="none" strike="noStrike" dirty="0">
              <a:effectLst/>
              <a:latin typeface="Arial" panose="020B0604020202020204" pitchFamily="34" charset="0"/>
            </a:endParaRPr>
          </a:p>
          <a:p>
            <a:pPr marL="0" algn="l" rtl="0" eaLnBrk="1" fontAlgn="ctr" latinLnBrk="0" hangingPunct="1">
              <a:buNone/>
            </a:pPr>
            <a:r>
              <a:rPr lang="en-IN" sz="2000" b="1" i="0" u="none" strike="noStrike" kern="1200" dirty="0">
                <a:solidFill>
                  <a:srgbClr val="000000"/>
                </a:solidFill>
                <a:effectLst/>
                <a:latin typeface="Calibri" panose="020F0502020204030204" pitchFamily="34" charset="0"/>
              </a:rPr>
              <a:t>Fall Rate</a:t>
            </a:r>
            <a:endParaRPr lang="en-IN" sz="2000" b="0" i="0" u="none" strike="noStrike" dirty="0">
              <a:effectLst/>
              <a:latin typeface="Arial" panose="020B0604020202020204" pitchFamily="34" charset="0"/>
            </a:endParaRPr>
          </a:p>
          <a:p>
            <a:pPr marL="0" algn="l" rtl="0" eaLnBrk="1" fontAlgn="ctr" latinLnBrk="0" hangingPunct="1">
              <a:buNone/>
            </a:pPr>
            <a:r>
              <a:rPr lang="en-IN" sz="2000" b="0" i="0" u="none" strike="noStrike" kern="1200" dirty="0">
                <a:solidFill>
                  <a:srgbClr val="000000"/>
                </a:solidFill>
                <a:effectLst/>
                <a:latin typeface="Calibri" panose="020F0502020204030204" pitchFamily="34" charset="0"/>
              </a:rPr>
              <a:t>LG Hospital- 2.5</a:t>
            </a:r>
            <a:r>
              <a:rPr lang="en-IN" sz="2000" dirty="0">
                <a:latin typeface="Arial" panose="020B0604020202020204" pitchFamily="34" charset="0"/>
              </a:rPr>
              <a:t>, </a:t>
            </a:r>
            <a:r>
              <a:rPr lang="en-IN" sz="2000" b="0" i="0" u="none" strike="noStrike" kern="1200" dirty="0">
                <a:solidFill>
                  <a:srgbClr val="000000"/>
                </a:solidFill>
                <a:effectLst/>
                <a:latin typeface="Calibri" panose="020F0502020204030204" pitchFamily="34" charset="0"/>
              </a:rPr>
              <a:t>Benchmark- 2.0</a:t>
            </a:r>
            <a:endParaRPr lang="en-IN" sz="2000" b="0" i="0" u="none" strike="noStrike" dirty="0">
              <a:effectLst/>
              <a:latin typeface="Arial" panose="020B0604020202020204" pitchFamily="34" charset="0"/>
            </a:endParaRPr>
          </a:p>
          <a:p>
            <a:pPr marL="0" algn="l" rtl="0" eaLnBrk="1" fontAlgn="ctr" latinLnBrk="0" hangingPunct="1">
              <a:buNone/>
            </a:pPr>
            <a:r>
              <a:rPr lang="en-IN" sz="2000" b="0" i="0" u="none" strike="noStrike" kern="1200" dirty="0">
                <a:solidFill>
                  <a:srgbClr val="000000"/>
                </a:solidFill>
                <a:effectLst/>
                <a:latin typeface="Calibri" panose="020F0502020204030204" pitchFamily="34" charset="0"/>
              </a:rPr>
              <a:t>Insight- </a:t>
            </a:r>
            <a:r>
              <a:rPr lang="en-US" sz="2000" dirty="0">
                <a:solidFill>
                  <a:srgbClr val="000000"/>
                </a:solidFill>
                <a:latin typeface="Calibri" panose="020F0502020204030204" pitchFamily="34" charset="0"/>
              </a:rPr>
              <a:t>Higher than Benchmark, continue monitoring and strengthening fall prevention</a:t>
            </a:r>
            <a:endParaRPr lang="en-US" sz="2000" b="0" i="0" u="none" strike="noStrike" kern="1200" dirty="0">
              <a:solidFill>
                <a:srgbClr val="000000"/>
              </a:solidFill>
              <a:effectLst/>
              <a:latin typeface="Calibri" panose="020F0502020204030204" pitchFamily="34" charset="0"/>
            </a:endParaRPr>
          </a:p>
          <a:p>
            <a:pPr marL="0" algn="l" rtl="0" eaLnBrk="1" fontAlgn="ctr" latinLnBrk="0" hangingPunct="1">
              <a:buNone/>
            </a:pPr>
            <a:endParaRPr lang="en-IN" sz="2000" b="0" i="0" u="none" strike="noStrike" dirty="0">
              <a:effectLst/>
              <a:latin typeface="Arial" panose="020B0604020202020204" pitchFamily="34" charset="0"/>
            </a:endParaRPr>
          </a:p>
          <a:p>
            <a:pPr marL="0" algn="l" rtl="0" eaLnBrk="1" fontAlgn="ctr" latinLnBrk="0" hangingPunct="1">
              <a:buNone/>
            </a:pPr>
            <a:r>
              <a:rPr lang="en-IN" sz="2000" b="1" i="0" u="none" strike="noStrike" kern="1200" dirty="0">
                <a:solidFill>
                  <a:srgbClr val="000000"/>
                </a:solidFill>
                <a:effectLst/>
                <a:latin typeface="Calibri" panose="020F0502020204030204" pitchFamily="34" charset="0"/>
              </a:rPr>
              <a:t>Staff Responsiveness</a:t>
            </a:r>
            <a:endParaRPr lang="en-IN" sz="2000" b="0" i="0" u="none" strike="noStrike" dirty="0">
              <a:effectLst/>
              <a:latin typeface="Arial" panose="020B0604020202020204" pitchFamily="34" charset="0"/>
            </a:endParaRPr>
          </a:p>
          <a:p>
            <a:pPr marL="0" algn="l" rtl="0" eaLnBrk="1" fontAlgn="ctr" latinLnBrk="0" hangingPunct="1">
              <a:buNone/>
            </a:pPr>
            <a:r>
              <a:rPr lang="en-IN" sz="2000" b="0" i="0" u="none" strike="noStrike" kern="1200" dirty="0">
                <a:solidFill>
                  <a:srgbClr val="000000"/>
                </a:solidFill>
                <a:effectLst/>
                <a:latin typeface="Calibri" panose="020F0502020204030204" pitchFamily="34" charset="0"/>
              </a:rPr>
              <a:t>LG Hospital- 64.45</a:t>
            </a:r>
            <a:r>
              <a:rPr lang="en-IN" sz="2000" dirty="0">
                <a:latin typeface="Arial" panose="020B0604020202020204" pitchFamily="34" charset="0"/>
              </a:rPr>
              <a:t>, </a:t>
            </a:r>
            <a:r>
              <a:rPr lang="en-IN" sz="2000" b="0" i="0" u="none" strike="noStrike" kern="1200" dirty="0">
                <a:solidFill>
                  <a:srgbClr val="000000"/>
                </a:solidFill>
                <a:effectLst/>
                <a:latin typeface="Calibri" panose="020F0502020204030204" pitchFamily="34" charset="0"/>
              </a:rPr>
              <a:t>Benchmark- 65</a:t>
            </a:r>
            <a:endParaRPr lang="en-IN" sz="2000" b="0" i="0" u="none" strike="noStrike" dirty="0">
              <a:effectLst/>
              <a:latin typeface="Arial" panose="020B0604020202020204" pitchFamily="34" charset="0"/>
            </a:endParaRPr>
          </a:p>
          <a:p>
            <a:pPr marL="0" algn="l" rtl="0" eaLnBrk="1" fontAlgn="ctr" latinLnBrk="0" hangingPunct="1">
              <a:buNone/>
            </a:pPr>
            <a:r>
              <a:rPr lang="en-IN" sz="2000" b="0" i="0" u="none" strike="noStrike" kern="1200" dirty="0">
                <a:solidFill>
                  <a:srgbClr val="000000"/>
                </a:solidFill>
                <a:effectLst/>
                <a:latin typeface="Calibri" panose="020F0502020204030204" pitchFamily="34" charset="0"/>
              </a:rPr>
              <a:t>Insight- </a:t>
            </a:r>
            <a:r>
              <a:rPr lang="en-US" sz="2000" b="0" i="0" u="none" strike="noStrike" kern="1200" dirty="0">
                <a:solidFill>
                  <a:srgbClr val="000000"/>
                </a:solidFill>
                <a:effectLst/>
                <a:latin typeface="Calibri" panose="020F0502020204030204" pitchFamily="34" charset="0"/>
              </a:rPr>
              <a:t>Below standard,  staffing or training issues</a:t>
            </a:r>
            <a:endParaRPr lang="en-IN" sz="2000" b="0" i="0" u="none" strike="noStrike" dirty="0">
              <a:effectLst/>
              <a:latin typeface="Arial" panose="020B0604020202020204" pitchFamily="34" charset="0"/>
            </a:endParaRPr>
          </a:p>
          <a:p>
            <a:endParaRPr lang="en-IN" sz="2000" dirty="0"/>
          </a:p>
        </p:txBody>
      </p:sp>
      <p:pic>
        <p:nvPicPr>
          <p:cNvPr id="8" name="Content Placeholder 7">
            <a:extLst>
              <a:ext uri="{FF2B5EF4-FFF2-40B4-BE49-F238E27FC236}">
                <a16:creationId xmlns:a16="http://schemas.microsoft.com/office/drawing/2014/main" id="{B42006EB-A09D-7727-838E-3B1B37B0941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3206" t="2528" r="7023" b="3735"/>
          <a:stretch>
            <a:fillRect/>
          </a:stretch>
        </p:blipFill>
        <p:spPr>
          <a:xfrm>
            <a:off x="4772024" y="805543"/>
            <a:ext cx="7115175" cy="5453743"/>
          </a:xfrm>
        </p:spPr>
      </p:pic>
    </p:spTree>
    <p:extLst>
      <p:ext uri="{BB962C8B-B14F-4D97-AF65-F5344CB8AC3E}">
        <p14:creationId xmlns:p14="http://schemas.microsoft.com/office/powerpoint/2010/main" val="28912746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7C3D4-B325-4EE2-6CEB-A5540768CDF0}"/>
              </a:ext>
            </a:extLst>
          </p:cNvPr>
          <p:cNvSpPr>
            <a:spLocks noGrp="1"/>
          </p:cNvSpPr>
          <p:nvPr>
            <p:ph type="title"/>
          </p:nvPr>
        </p:nvSpPr>
        <p:spPr>
          <a:xfrm>
            <a:off x="839788" y="1306286"/>
            <a:ext cx="3932237" cy="889000"/>
          </a:xfrm>
        </p:spPr>
        <p:txBody>
          <a:bodyPr>
            <a:noAutofit/>
          </a:bodyPr>
          <a:lstStyle/>
          <a:p>
            <a:r>
              <a:rPr lang="en-IN" sz="3500" b="1" dirty="0"/>
              <a:t>Correlation analysis</a:t>
            </a:r>
          </a:p>
        </p:txBody>
      </p:sp>
      <p:sp>
        <p:nvSpPr>
          <p:cNvPr id="4" name="Text Placeholder 3">
            <a:extLst>
              <a:ext uri="{FF2B5EF4-FFF2-40B4-BE49-F238E27FC236}">
                <a16:creationId xmlns:a16="http://schemas.microsoft.com/office/drawing/2014/main" id="{AB8F2546-BF46-8632-F469-D3C473DD121D}"/>
              </a:ext>
            </a:extLst>
          </p:cNvPr>
          <p:cNvSpPr>
            <a:spLocks noGrp="1"/>
          </p:cNvSpPr>
          <p:nvPr>
            <p:ph type="body" sz="half" idx="2"/>
          </p:nvPr>
        </p:nvSpPr>
        <p:spPr>
          <a:xfrm>
            <a:off x="839788" y="3113314"/>
            <a:ext cx="3932237" cy="2755674"/>
          </a:xfrm>
        </p:spPr>
        <p:txBody>
          <a:bodyPr>
            <a:normAutofit/>
          </a:bodyPr>
          <a:lstStyle/>
          <a:p>
            <a:r>
              <a:rPr lang="en-US" sz="2400" b="1" dirty="0"/>
              <a:t>Bed Occupancy and Fall Rate: </a:t>
            </a:r>
            <a:r>
              <a:rPr lang="en-US" sz="2400" dirty="0"/>
              <a:t>+0.70  </a:t>
            </a:r>
          </a:p>
          <a:p>
            <a:r>
              <a:rPr lang="en-US" sz="2400" dirty="0"/>
              <a:t>Strong Positive</a:t>
            </a:r>
          </a:p>
          <a:p>
            <a:endParaRPr lang="en-US" sz="2400" dirty="0"/>
          </a:p>
          <a:p>
            <a:r>
              <a:rPr lang="en-US" sz="2400" dirty="0"/>
              <a:t>More occupancy means more falls.</a:t>
            </a:r>
            <a:endParaRPr lang="en-IN" sz="2400" dirty="0"/>
          </a:p>
        </p:txBody>
      </p:sp>
      <p:pic>
        <p:nvPicPr>
          <p:cNvPr id="9" name="Content Placeholder 8">
            <a:extLst>
              <a:ext uri="{FF2B5EF4-FFF2-40B4-BE49-F238E27FC236}">
                <a16:creationId xmlns:a16="http://schemas.microsoft.com/office/drawing/2014/main" id="{8EF23930-2F6F-ABE1-D54A-C9B3B412BA3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4090" t="4996" r="7639" b="5358"/>
          <a:stretch>
            <a:fillRect/>
          </a:stretch>
        </p:blipFill>
        <p:spPr>
          <a:xfrm>
            <a:off x="5359400" y="1117600"/>
            <a:ext cx="6388100" cy="5219700"/>
          </a:xfrm>
          <a:ln>
            <a:solidFill>
              <a:schemeClr val="tx1"/>
            </a:solidFill>
          </a:ln>
        </p:spPr>
      </p:pic>
      <p:sp>
        <p:nvSpPr>
          <p:cNvPr id="5" name="Rectangle 4">
            <a:extLst>
              <a:ext uri="{FF2B5EF4-FFF2-40B4-BE49-F238E27FC236}">
                <a16:creationId xmlns:a16="http://schemas.microsoft.com/office/drawing/2014/main" id="{32348594-8C6F-3C26-DE15-B2D36278B084}"/>
              </a:ext>
            </a:extLst>
          </p:cNvPr>
          <p:cNvSpPr/>
          <p:nvPr/>
        </p:nvSpPr>
        <p:spPr>
          <a:xfrm>
            <a:off x="765628" y="239486"/>
            <a:ext cx="4080555" cy="10668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b="1" dirty="0">
                <a:solidFill>
                  <a:schemeClr val="tx1"/>
                </a:solidFill>
              </a:rPr>
              <a:t>Relationship</a:t>
            </a:r>
            <a:r>
              <a:rPr lang="en-IN" sz="3200" b="1" dirty="0"/>
              <a:t> </a:t>
            </a:r>
            <a:r>
              <a:rPr lang="en-IN" sz="3200" b="1" dirty="0">
                <a:solidFill>
                  <a:schemeClr val="tx1"/>
                </a:solidFill>
              </a:rPr>
              <a:t>with KPIs</a:t>
            </a:r>
          </a:p>
        </p:txBody>
      </p:sp>
    </p:spTree>
    <p:extLst>
      <p:ext uri="{BB962C8B-B14F-4D97-AF65-F5344CB8AC3E}">
        <p14:creationId xmlns:p14="http://schemas.microsoft.com/office/powerpoint/2010/main" val="26643314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57500-BFFD-7630-699B-F6888EEFD1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12B378-C532-03DD-585B-9A3E91D0E932}"/>
              </a:ext>
            </a:extLst>
          </p:cNvPr>
          <p:cNvSpPr>
            <a:spLocks noGrp="1"/>
          </p:cNvSpPr>
          <p:nvPr>
            <p:ph type="title"/>
          </p:nvPr>
        </p:nvSpPr>
        <p:spPr>
          <a:xfrm>
            <a:off x="765628" y="2166257"/>
            <a:ext cx="3932237" cy="718457"/>
          </a:xfrm>
        </p:spPr>
        <p:txBody>
          <a:bodyPr>
            <a:normAutofit/>
          </a:bodyPr>
          <a:lstStyle/>
          <a:p>
            <a:r>
              <a:rPr lang="en-IN" sz="3600" b="1" dirty="0"/>
              <a:t>Correlation analysis</a:t>
            </a:r>
          </a:p>
        </p:txBody>
      </p:sp>
      <p:sp>
        <p:nvSpPr>
          <p:cNvPr id="4" name="Text Placeholder 3">
            <a:extLst>
              <a:ext uri="{FF2B5EF4-FFF2-40B4-BE49-F238E27FC236}">
                <a16:creationId xmlns:a16="http://schemas.microsoft.com/office/drawing/2014/main" id="{8E3C7937-3050-D5D4-9563-829576406422}"/>
              </a:ext>
            </a:extLst>
          </p:cNvPr>
          <p:cNvSpPr>
            <a:spLocks noGrp="1"/>
          </p:cNvSpPr>
          <p:nvPr>
            <p:ph type="body" sz="half" idx="2"/>
          </p:nvPr>
        </p:nvSpPr>
        <p:spPr>
          <a:xfrm>
            <a:off x="839788" y="3243942"/>
            <a:ext cx="3932237" cy="2625045"/>
          </a:xfrm>
        </p:spPr>
        <p:txBody>
          <a:bodyPr>
            <a:normAutofit/>
          </a:bodyPr>
          <a:lstStyle/>
          <a:p>
            <a:r>
              <a:rPr lang="en-US" sz="2000" b="1" dirty="0">
                <a:effectLst/>
              </a:rPr>
              <a:t>Bed Occupancy and Staff Responsiveness:</a:t>
            </a:r>
            <a:r>
              <a:rPr lang="en-US" sz="2000" dirty="0">
                <a:effectLst/>
              </a:rPr>
              <a:t> </a:t>
            </a:r>
          </a:p>
          <a:p>
            <a:r>
              <a:rPr lang="en-US" sz="2000" dirty="0">
                <a:effectLst/>
              </a:rPr>
              <a:t>-0.37 </a:t>
            </a:r>
          </a:p>
          <a:p>
            <a:r>
              <a:rPr lang="en-US" sz="2000" dirty="0"/>
              <a:t>Moderate Negative</a:t>
            </a:r>
          </a:p>
          <a:p>
            <a:endParaRPr lang="en-US" sz="2000" dirty="0"/>
          </a:p>
          <a:p>
            <a:r>
              <a:rPr lang="en-US" sz="2000" dirty="0">
                <a:effectLst/>
              </a:rPr>
              <a:t>Higher occupancy means slower staff response.</a:t>
            </a:r>
            <a:endParaRPr lang="en-IN" sz="2000" dirty="0"/>
          </a:p>
        </p:txBody>
      </p:sp>
      <p:pic>
        <p:nvPicPr>
          <p:cNvPr id="8" name="Content Placeholder 7">
            <a:extLst>
              <a:ext uri="{FF2B5EF4-FFF2-40B4-BE49-F238E27FC236}">
                <a16:creationId xmlns:a16="http://schemas.microsoft.com/office/drawing/2014/main" id="{E717C5B3-E3D7-34DF-1C94-46A20DFB72D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83188" y="1429544"/>
            <a:ext cx="6386512" cy="5067300"/>
          </a:xfrm>
          <a:ln>
            <a:solidFill>
              <a:schemeClr val="tx1"/>
            </a:solidFill>
          </a:ln>
        </p:spPr>
      </p:pic>
      <p:sp>
        <p:nvSpPr>
          <p:cNvPr id="3" name="Rectangle 2">
            <a:extLst>
              <a:ext uri="{FF2B5EF4-FFF2-40B4-BE49-F238E27FC236}">
                <a16:creationId xmlns:a16="http://schemas.microsoft.com/office/drawing/2014/main" id="{3D2F0A4D-4FFC-E54D-337B-1D07E2CEEF9E}"/>
              </a:ext>
            </a:extLst>
          </p:cNvPr>
          <p:cNvSpPr/>
          <p:nvPr/>
        </p:nvSpPr>
        <p:spPr>
          <a:xfrm>
            <a:off x="691470" y="455613"/>
            <a:ext cx="4080555" cy="10668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b="1" dirty="0">
                <a:solidFill>
                  <a:schemeClr val="tx1"/>
                </a:solidFill>
              </a:rPr>
              <a:t>Relationship</a:t>
            </a:r>
            <a:r>
              <a:rPr lang="en-IN" sz="3200" b="1" dirty="0"/>
              <a:t> </a:t>
            </a:r>
            <a:r>
              <a:rPr lang="en-IN" sz="3200" b="1" dirty="0">
                <a:solidFill>
                  <a:schemeClr val="tx1"/>
                </a:solidFill>
              </a:rPr>
              <a:t>with KPIs</a:t>
            </a:r>
          </a:p>
        </p:txBody>
      </p:sp>
    </p:spTree>
    <p:extLst>
      <p:ext uri="{BB962C8B-B14F-4D97-AF65-F5344CB8AC3E}">
        <p14:creationId xmlns:p14="http://schemas.microsoft.com/office/powerpoint/2010/main" val="6484882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B433C-80CF-39AF-CE0D-373B05541B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576905-2B7D-56C6-9F08-F9085368A3F8}"/>
              </a:ext>
            </a:extLst>
          </p:cNvPr>
          <p:cNvSpPr>
            <a:spLocks noGrp="1"/>
          </p:cNvSpPr>
          <p:nvPr>
            <p:ph type="title"/>
          </p:nvPr>
        </p:nvSpPr>
        <p:spPr>
          <a:xfrm>
            <a:off x="879928" y="1741714"/>
            <a:ext cx="3932237" cy="889000"/>
          </a:xfrm>
        </p:spPr>
        <p:txBody>
          <a:bodyPr>
            <a:normAutofit/>
          </a:bodyPr>
          <a:lstStyle/>
          <a:p>
            <a:r>
              <a:rPr lang="en-IN" sz="3600" b="1" dirty="0"/>
              <a:t>Correlation analysis</a:t>
            </a:r>
          </a:p>
        </p:txBody>
      </p:sp>
      <p:sp>
        <p:nvSpPr>
          <p:cNvPr id="4" name="Text Placeholder 3">
            <a:extLst>
              <a:ext uri="{FF2B5EF4-FFF2-40B4-BE49-F238E27FC236}">
                <a16:creationId xmlns:a16="http://schemas.microsoft.com/office/drawing/2014/main" id="{483819F1-8F3A-C97B-0CD1-FF6A59DA0040}"/>
              </a:ext>
            </a:extLst>
          </p:cNvPr>
          <p:cNvSpPr>
            <a:spLocks noGrp="1"/>
          </p:cNvSpPr>
          <p:nvPr>
            <p:ph type="body" sz="half" idx="2"/>
          </p:nvPr>
        </p:nvSpPr>
        <p:spPr>
          <a:xfrm>
            <a:off x="920070" y="3265714"/>
            <a:ext cx="3851955" cy="2982686"/>
          </a:xfrm>
        </p:spPr>
        <p:txBody>
          <a:bodyPr>
            <a:normAutofit/>
          </a:bodyPr>
          <a:lstStyle/>
          <a:p>
            <a:r>
              <a:rPr lang="en-US" sz="2400" b="1" dirty="0"/>
              <a:t>Fall Rate and Staff Responsiveness: </a:t>
            </a:r>
          </a:p>
          <a:p>
            <a:r>
              <a:rPr lang="en-US" sz="2400" dirty="0"/>
              <a:t>-0.79 </a:t>
            </a:r>
          </a:p>
          <a:p>
            <a:r>
              <a:rPr lang="en-US" sz="2400" dirty="0"/>
              <a:t>Strong Negative</a:t>
            </a:r>
          </a:p>
          <a:p>
            <a:endParaRPr lang="en-US" sz="2400" dirty="0"/>
          </a:p>
          <a:p>
            <a:r>
              <a:rPr lang="en-US" sz="2400" dirty="0"/>
              <a:t>Better responsiveness means fewer falls.</a:t>
            </a:r>
          </a:p>
        </p:txBody>
      </p:sp>
      <p:pic>
        <p:nvPicPr>
          <p:cNvPr id="7" name="Content Placeholder 6">
            <a:extLst>
              <a:ext uri="{FF2B5EF4-FFF2-40B4-BE49-F238E27FC236}">
                <a16:creationId xmlns:a16="http://schemas.microsoft.com/office/drawing/2014/main" id="{231E1B7E-6304-658D-BE26-F66B71DC28E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3621" r="3018" b="4526"/>
          <a:stretch>
            <a:fillRect/>
          </a:stretch>
        </p:blipFill>
        <p:spPr>
          <a:xfrm>
            <a:off x="5443520" y="1231900"/>
            <a:ext cx="6227779" cy="5156199"/>
          </a:xfrm>
          <a:prstGeom prst="rect">
            <a:avLst/>
          </a:prstGeom>
          <a:ln>
            <a:solidFill>
              <a:schemeClr val="tx1"/>
            </a:solidFill>
          </a:ln>
        </p:spPr>
      </p:pic>
      <p:sp>
        <p:nvSpPr>
          <p:cNvPr id="3" name="Rectangle 2">
            <a:extLst>
              <a:ext uri="{FF2B5EF4-FFF2-40B4-BE49-F238E27FC236}">
                <a16:creationId xmlns:a16="http://schemas.microsoft.com/office/drawing/2014/main" id="{CE028698-E31F-2331-F4E9-61227AC1B476}"/>
              </a:ext>
            </a:extLst>
          </p:cNvPr>
          <p:cNvSpPr/>
          <p:nvPr/>
        </p:nvSpPr>
        <p:spPr>
          <a:xfrm>
            <a:off x="805768" y="357414"/>
            <a:ext cx="4080555" cy="10668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b="1" dirty="0">
                <a:solidFill>
                  <a:schemeClr val="tx1"/>
                </a:solidFill>
              </a:rPr>
              <a:t>Relationship</a:t>
            </a:r>
            <a:r>
              <a:rPr lang="en-IN" sz="3200" b="1" dirty="0"/>
              <a:t> </a:t>
            </a:r>
            <a:r>
              <a:rPr lang="en-IN" sz="3200" b="1" dirty="0">
                <a:solidFill>
                  <a:schemeClr val="tx1"/>
                </a:solidFill>
              </a:rPr>
              <a:t>with KPIs</a:t>
            </a:r>
          </a:p>
        </p:txBody>
      </p:sp>
    </p:spTree>
    <p:extLst>
      <p:ext uri="{BB962C8B-B14F-4D97-AF65-F5344CB8AC3E}">
        <p14:creationId xmlns:p14="http://schemas.microsoft.com/office/powerpoint/2010/main" val="42915152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4793F-04C8-140C-F729-C3A063280FE3}"/>
              </a:ext>
            </a:extLst>
          </p:cNvPr>
          <p:cNvSpPr>
            <a:spLocks noGrp="1"/>
          </p:cNvSpPr>
          <p:nvPr>
            <p:ph type="title"/>
          </p:nvPr>
        </p:nvSpPr>
        <p:spPr>
          <a:xfrm>
            <a:off x="838200" y="365125"/>
            <a:ext cx="10515600" cy="866775"/>
          </a:xfrm>
        </p:spPr>
        <p:txBody>
          <a:bodyPr>
            <a:normAutofit/>
          </a:bodyPr>
          <a:lstStyle/>
          <a:p>
            <a:pPr algn="ctr"/>
            <a:r>
              <a:rPr lang="en-IN" b="1" dirty="0"/>
              <a:t>Staff Responsiveness Comparison Analysis	</a:t>
            </a:r>
          </a:p>
        </p:txBody>
      </p:sp>
      <p:pic>
        <p:nvPicPr>
          <p:cNvPr id="6" name="Picture 5">
            <a:extLst>
              <a:ext uri="{FF2B5EF4-FFF2-40B4-BE49-F238E27FC236}">
                <a16:creationId xmlns:a16="http://schemas.microsoft.com/office/drawing/2014/main" id="{B9D8F9DE-0C52-F604-9DBB-A8519D692F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4651" y="1577975"/>
            <a:ext cx="9262697" cy="4914900"/>
          </a:xfrm>
          <a:prstGeom prst="rect">
            <a:avLst/>
          </a:prstGeom>
          <a:ln>
            <a:solidFill>
              <a:schemeClr val="tx1"/>
            </a:solidFill>
          </a:ln>
        </p:spPr>
      </p:pic>
    </p:spTree>
    <p:extLst>
      <p:ext uri="{BB962C8B-B14F-4D97-AF65-F5344CB8AC3E}">
        <p14:creationId xmlns:p14="http://schemas.microsoft.com/office/powerpoint/2010/main" val="40264020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4F4C4-2EC7-C289-C6EA-6A1992FB75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E95160-BD94-CE13-D5DA-7CA0BB6195CD}"/>
              </a:ext>
            </a:extLst>
          </p:cNvPr>
          <p:cNvSpPr>
            <a:spLocks noGrp="1"/>
          </p:cNvSpPr>
          <p:nvPr>
            <p:ph type="title"/>
          </p:nvPr>
        </p:nvSpPr>
        <p:spPr>
          <a:xfrm>
            <a:off x="838200" y="365125"/>
            <a:ext cx="10515600" cy="866775"/>
          </a:xfrm>
        </p:spPr>
        <p:txBody>
          <a:bodyPr>
            <a:normAutofit/>
          </a:bodyPr>
          <a:lstStyle/>
          <a:p>
            <a:pPr algn="ctr"/>
            <a:r>
              <a:rPr lang="en-IN" b="1" dirty="0"/>
              <a:t>KPI vs Occupancy</a:t>
            </a:r>
          </a:p>
        </p:txBody>
      </p:sp>
      <p:pic>
        <p:nvPicPr>
          <p:cNvPr id="4" name="Picture 3">
            <a:extLst>
              <a:ext uri="{FF2B5EF4-FFF2-40B4-BE49-F238E27FC236}">
                <a16:creationId xmlns:a16="http://schemas.microsoft.com/office/drawing/2014/main" id="{60A441D1-4516-F56A-580F-ECB575990AD6}"/>
              </a:ext>
            </a:extLst>
          </p:cNvPr>
          <p:cNvPicPr>
            <a:picLocks noChangeAspect="1"/>
          </p:cNvPicPr>
          <p:nvPr/>
        </p:nvPicPr>
        <p:blipFill>
          <a:blip r:embed="rId2">
            <a:extLst>
              <a:ext uri="{28A0092B-C50C-407E-A947-70E740481C1C}">
                <a14:useLocalDpi xmlns:a14="http://schemas.microsoft.com/office/drawing/2010/main" val="0"/>
              </a:ext>
            </a:extLst>
          </a:blip>
          <a:srcRect l="3568" r="11595" b="2743"/>
          <a:stretch>
            <a:fillRect/>
          </a:stretch>
        </p:blipFill>
        <p:spPr>
          <a:xfrm>
            <a:off x="2070100" y="1400175"/>
            <a:ext cx="8051800" cy="5092700"/>
          </a:xfrm>
          <a:prstGeom prst="rect">
            <a:avLst/>
          </a:prstGeom>
          <a:ln>
            <a:solidFill>
              <a:schemeClr val="tx1"/>
            </a:solidFill>
          </a:ln>
        </p:spPr>
      </p:pic>
    </p:spTree>
    <p:extLst>
      <p:ext uri="{BB962C8B-B14F-4D97-AF65-F5344CB8AC3E}">
        <p14:creationId xmlns:p14="http://schemas.microsoft.com/office/powerpoint/2010/main" val="27854131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5F308-40A0-AA28-7615-55C878D8A691}"/>
              </a:ext>
            </a:extLst>
          </p:cNvPr>
          <p:cNvSpPr>
            <a:spLocks noGrp="1"/>
          </p:cNvSpPr>
          <p:nvPr>
            <p:ph type="title"/>
          </p:nvPr>
        </p:nvSpPr>
        <p:spPr/>
        <p:txBody>
          <a:bodyPr/>
          <a:lstStyle/>
          <a:p>
            <a:r>
              <a:rPr lang="en-IN" b="1" dirty="0"/>
              <a:t>Findings</a:t>
            </a:r>
          </a:p>
        </p:txBody>
      </p:sp>
      <p:sp>
        <p:nvSpPr>
          <p:cNvPr id="4" name="Rectangle 1">
            <a:extLst>
              <a:ext uri="{FF2B5EF4-FFF2-40B4-BE49-F238E27FC236}">
                <a16:creationId xmlns:a16="http://schemas.microsoft.com/office/drawing/2014/main" id="{C07DB454-952F-32D1-A7F0-BDFFE8ACC264}"/>
              </a:ext>
            </a:extLst>
          </p:cNvPr>
          <p:cNvSpPr>
            <a:spLocks noGrp="1" noChangeArrowheads="1"/>
          </p:cNvSpPr>
          <p:nvPr>
            <p:ph idx="1"/>
          </p:nvPr>
        </p:nvSpPr>
        <p:spPr bwMode="auto">
          <a:xfrm>
            <a:off x="838200" y="1844680"/>
            <a:ext cx="6907853" cy="22667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High bed occupancy maintained throughout years.</a:t>
            </a:r>
          </a:p>
          <a:p>
            <a:pPr marL="0" marR="0" lvl="0" indent="0" algn="l" defTabSz="914400" rtl="0" eaLnBrk="0" fontAlgn="base" latinLnBrk="0" hangingPunct="0">
              <a:lnSpc>
                <a:spcPct val="2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Staff responsiveness slightly below benchmark.</a:t>
            </a:r>
          </a:p>
          <a:p>
            <a:pPr marL="0" marR="0" lvl="0" indent="0" algn="l" defTabSz="914400" rtl="0" eaLnBrk="0" fontAlgn="base" latinLnBrk="0" hangingPunct="0">
              <a:lnSpc>
                <a:spcPct val="2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High occupancy directly affects responsiveness and safety</a:t>
            </a:r>
          </a:p>
        </p:txBody>
      </p:sp>
    </p:spTree>
    <p:extLst>
      <p:ext uri="{BB962C8B-B14F-4D97-AF65-F5344CB8AC3E}">
        <p14:creationId xmlns:p14="http://schemas.microsoft.com/office/powerpoint/2010/main" val="21434091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4706B-4E39-81B9-FF87-DDA15004B055}"/>
              </a:ext>
            </a:extLst>
          </p:cNvPr>
          <p:cNvSpPr>
            <a:spLocks noGrp="1"/>
          </p:cNvSpPr>
          <p:nvPr>
            <p:ph type="title"/>
          </p:nvPr>
        </p:nvSpPr>
        <p:spPr>
          <a:xfrm>
            <a:off x="642257" y="174173"/>
            <a:ext cx="10515600" cy="522514"/>
          </a:xfrm>
        </p:spPr>
        <p:txBody>
          <a:bodyPr>
            <a:normAutofit fontScale="90000"/>
          </a:bodyPr>
          <a:lstStyle/>
          <a:p>
            <a:pPr algn="ctr"/>
            <a:r>
              <a:rPr lang="en-IN" b="1" dirty="0"/>
              <a:t>Dashboard</a:t>
            </a:r>
          </a:p>
        </p:txBody>
      </p:sp>
      <p:pic>
        <p:nvPicPr>
          <p:cNvPr id="4" name="Picture 3">
            <a:extLst>
              <a:ext uri="{FF2B5EF4-FFF2-40B4-BE49-F238E27FC236}">
                <a16:creationId xmlns:a16="http://schemas.microsoft.com/office/drawing/2014/main" id="{C1046C2C-C16B-A293-4B43-93FA605F101E}"/>
              </a:ext>
            </a:extLst>
          </p:cNvPr>
          <p:cNvPicPr>
            <a:picLocks noChangeAspect="1"/>
          </p:cNvPicPr>
          <p:nvPr/>
        </p:nvPicPr>
        <p:blipFill>
          <a:blip r:embed="rId2">
            <a:extLst>
              <a:ext uri="{28A0092B-C50C-407E-A947-70E740481C1C}">
                <a14:useLocalDpi xmlns:a14="http://schemas.microsoft.com/office/drawing/2010/main" val="0"/>
              </a:ext>
            </a:extLst>
          </a:blip>
          <a:srcRect l="2055" t="1201" r="5023" b="3641"/>
          <a:stretch>
            <a:fillRect/>
          </a:stretch>
        </p:blipFill>
        <p:spPr>
          <a:xfrm>
            <a:off x="1219199" y="850795"/>
            <a:ext cx="10145487" cy="5833032"/>
          </a:xfrm>
          <a:prstGeom prst="rect">
            <a:avLst/>
          </a:prstGeom>
        </p:spPr>
      </p:pic>
    </p:spTree>
    <p:extLst>
      <p:ext uri="{BB962C8B-B14F-4D97-AF65-F5344CB8AC3E}">
        <p14:creationId xmlns:p14="http://schemas.microsoft.com/office/powerpoint/2010/main" val="30019803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6B7EA-15A4-687C-5FAC-6B68733FBC6A}"/>
              </a:ext>
            </a:extLst>
          </p:cNvPr>
          <p:cNvSpPr>
            <a:spLocks noGrp="1"/>
          </p:cNvSpPr>
          <p:nvPr>
            <p:ph type="title"/>
          </p:nvPr>
        </p:nvSpPr>
        <p:spPr/>
        <p:txBody>
          <a:bodyPr/>
          <a:lstStyle/>
          <a:p>
            <a:r>
              <a:rPr lang="en-IN" b="1" dirty="0"/>
              <a:t>Recommendations</a:t>
            </a:r>
          </a:p>
        </p:txBody>
      </p:sp>
      <p:sp>
        <p:nvSpPr>
          <p:cNvPr id="3" name="Content Placeholder 2">
            <a:extLst>
              <a:ext uri="{FF2B5EF4-FFF2-40B4-BE49-F238E27FC236}">
                <a16:creationId xmlns:a16="http://schemas.microsoft.com/office/drawing/2014/main" id="{931AAC1B-1B2F-D52F-9EE6-9641A33AA242}"/>
              </a:ext>
            </a:extLst>
          </p:cNvPr>
          <p:cNvSpPr>
            <a:spLocks noGrp="1"/>
          </p:cNvSpPr>
          <p:nvPr>
            <p:ph idx="1"/>
          </p:nvPr>
        </p:nvSpPr>
        <p:spPr/>
        <p:txBody>
          <a:bodyPr>
            <a:normAutofit/>
          </a:bodyPr>
          <a:lstStyle/>
          <a:p>
            <a:r>
              <a:rPr lang="en-IN" sz="2400" dirty="0"/>
              <a:t>Optimize Staff-Patient Ratio: Balance workload during high occupancy periods.</a:t>
            </a:r>
          </a:p>
          <a:p>
            <a:r>
              <a:rPr lang="en-IN" sz="2400" dirty="0"/>
              <a:t>Improve Staff Responsiveness: Regular training &amp; digital alerts to improve speed of response.</a:t>
            </a:r>
          </a:p>
          <a:p>
            <a:r>
              <a:rPr lang="en-IN" sz="2400" dirty="0"/>
              <a:t>Monitor Occupancy Patterns: Use predictive tools to forecast staffing needs.</a:t>
            </a:r>
          </a:p>
          <a:p>
            <a:r>
              <a:rPr lang="en-IN" sz="2400" dirty="0"/>
              <a:t>Enhance Patient Safety Programs: Regular checks to minimize unassisted falls.</a:t>
            </a:r>
          </a:p>
        </p:txBody>
      </p:sp>
    </p:spTree>
    <p:extLst>
      <p:ext uri="{BB962C8B-B14F-4D97-AF65-F5344CB8AC3E}">
        <p14:creationId xmlns:p14="http://schemas.microsoft.com/office/powerpoint/2010/main" val="10563463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4E166-E128-2011-551E-0070E6424AB1}"/>
              </a:ext>
            </a:extLst>
          </p:cNvPr>
          <p:cNvSpPr>
            <a:spLocks noGrp="1"/>
          </p:cNvSpPr>
          <p:nvPr>
            <p:ph type="title"/>
          </p:nvPr>
        </p:nvSpPr>
        <p:spPr>
          <a:xfrm>
            <a:off x="4430486" y="2509611"/>
            <a:ext cx="2939143" cy="1325563"/>
          </a:xfrm>
        </p:spPr>
        <p:txBody>
          <a:bodyPr/>
          <a:lstStyle/>
          <a:p>
            <a:r>
              <a:rPr lang="en-IN" dirty="0"/>
              <a:t>Thank You!</a:t>
            </a:r>
          </a:p>
        </p:txBody>
      </p:sp>
    </p:spTree>
    <p:extLst>
      <p:ext uri="{BB962C8B-B14F-4D97-AF65-F5344CB8AC3E}">
        <p14:creationId xmlns:p14="http://schemas.microsoft.com/office/powerpoint/2010/main" val="37720057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219</TotalTime>
  <Words>624</Words>
  <Application>Microsoft Office PowerPoint</Application>
  <PresentationFormat>Widescreen</PresentationFormat>
  <Paragraphs>98</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Calibri Light</vt:lpstr>
      <vt:lpstr>Office Theme</vt:lpstr>
      <vt:lpstr>Hospital Performance Analysis– Lowell General Hospital</vt:lpstr>
      <vt:lpstr>Problem Statement</vt:lpstr>
      <vt:lpstr>Problem Objective</vt:lpstr>
      <vt:lpstr>Dataset Overview</vt:lpstr>
      <vt:lpstr>Understanding KPIs </vt:lpstr>
      <vt:lpstr>Understanding KPIs  </vt:lpstr>
      <vt:lpstr>Understanding KPIs </vt:lpstr>
      <vt:lpstr>Data analysis process</vt:lpstr>
      <vt:lpstr>KPI Trends (Pivot analysis)</vt:lpstr>
      <vt:lpstr>KPI Trends (Pivot analysis)</vt:lpstr>
      <vt:lpstr>KPI Trends (Pivot analysis)</vt:lpstr>
      <vt:lpstr>KPI vs Benchmark</vt:lpstr>
      <vt:lpstr>Correlation analysis</vt:lpstr>
      <vt:lpstr>Correlation analysis</vt:lpstr>
      <vt:lpstr>Correlation analysis</vt:lpstr>
      <vt:lpstr>Staff Responsiveness Comparison Analysis </vt:lpstr>
      <vt:lpstr>KPI vs Occupancy</vt:lpstr>
      <vt:lpstr>Findings</vt:lpstr>
      <vt:lpstr>Dashboard</vt:lpstr>
      <vt:lpstr>Recommendations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kaynat sayyed</dc:creator>
  <cp:lastModifiedBy>kaynat sayyed</cp:lastModifiedBy>
  <cp:revision>1</cp:revision>
  <dcterms:created xsi:type="dcterms:W3CDTF">2025-10-17T13:11:08Z</dcterms:created>
  <dcterms:modified xsi:type="dcterms:W3CDTF">2025-10-18T13:31:10Z</dcterms:modified>
</cp:coreProperties>
</file>